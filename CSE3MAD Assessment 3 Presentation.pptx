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15"/>
  </p:notesMasterIdLst>
  <p:sldIdLst>
    <p:sldId id="264" r:id="rId5"/>
    <p:sldId id="265" r:id="rId6"/>
    <p:sldId id="266" r:id="rId7"/>
    <p:sldId id="268" r:id="rId8"/>
    <p:sldId id="269" r:id="rId9"/>
    <p:sldId id="271" r:id="rId10"/>
    <p:sldId id="272" r:id="rId11"/>
    <p:sldId id="273" r:id="rId12"/>
    <p:sldId id="274"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8D113-49CE-BFF2-19BA-1A1072E56B21}" v="1521" dt="2026-04-27T13:53:56.977"/>
    <p1510:client id="{AE029FEC-69CE-01D3-06B7-F4B872AF2EF8}" v="176" dt="2026-04-28T13:43:44.709"/>
  </p1510:revLst>
</p1510:revInfo>
</file>

<file path=ppt/tableStyles.xml><?xml version="1.0" encoding="utf-8"?>
<a:tblStyleLst xmlns:a="http://schemas.openxmlformats.org/drawingml/2006/main" def="{7E9639D4-E3E2-4D34-9284-5A2195B3D0D7}">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05" autoAdjust="0"/>
    <p:restoredTop sz="94521" autoAdjust="0"/>
  </p:normalViewPr>
  <p:slideViewPr>
    <p:cSldViewPr snapToGrid="0" showGuides="1">
      <p:cViewPr>
        <p:scale>
          <a:sx n="100" d="100"/>
          <a:sy n="100" d="100"/>
        </p:scale>
        <p:origin x="-110" y="-403"/>
      </p:cViewPr>
      <p:guideLst>
        <p:guide orient="horz" pos="2160"/>
        <p:guide pos="3840"/>
      </p:guideLst>
    </p:cSldViewPr>
  </p:slideViewPr>
  <p:notesTextViewPr>
    <p:cViewPr>
      <p:scale>
        <a:sx n="1" d="1"/>
        <a:sy n="1" d="1"/>
      </p:scale>
      <p:origin x="0" y="0"/>
    </p:cViewPr>
  </p:notesTextViewPr>
  <p:sorterViewPr>
    <p:cViewPr>
      <p:scale>
        <a:sx n="100" d="100"/>
        <a:sy n="100" d="100"/>
      </p:scale>
      <p:origin x="0" y="-55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FA5EA-0E1E-4764-B5B7-A47DCC3A898E}"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6B470-179D-4B95-8906-D61C195EFD62}" type="slidenum">
              <a:rPr lang="en-US" smtClean="0"/>
              <a:t>‹#›</a:t>
            </a:fld>
            <a:endParaRPr lang="en-US" dirty="0"/>
          </a:p>
        </p:txBody>
      </p:sp>
    </p:spTree>
    <p:extLst>
      <p:ext uri="{BB962C8B-B14F-4D97-AF65-F5344CB8AC3E}">
        <p14:creationId xmlns:p14="http://schemas.microsoft.com/office/powerpoint/2010/main" val="356555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30000"/>
              </a:lnSpc>
              <a:buFont typeface="Arial,Sans-Serif"/>
              <a:buChar char="•"/>
            </a:pPr>
            <a:r>
              <a:rPr lang="en-GB" dirty="0"/>
              <a:t>I've chosen to explore the React Native Reanimated library, particularly the </a:t>
            </a:r>
            <a:r>
              <a:rPr lang="en-GB" dirty="0" err="1"/>
              <a:t>useAnimatedSensor</a:t>
            </a:r>
            <a:r>
              <a:rPr lang="en-GB" dirty="0"/>
              <a:t> function.</a:t>
            </a:r>
            <a:endParaRPr lang="en-US" dirty="0"/>
          </a:p>
          <a:p>
            <a:pPr marL="285750" indent="-285750">
              <a:lnSpc>
                <a:spcPct val="130000"/>
              </a:lnSpc>
              <a:buFont typeface="Arial,Sans-Serif"/>
              <a:buChar char="•"/>
            </a:pPr>
            <a:r>
              <a:rPr lang="en-GB" dirty="0"/>
              <a:t>The function ties in perfectly with the use of sensors in the STEMM Lab App and extends the mobile sensors usefulness by adding a visual component.</a:t>
            </a:r>
            <a:endParaRPr lang="en-GB" dirty="0">
              <a:ea typeface="Calibri"/>
              <a:cs typeface="Calibri"/>
            </a:endParaRPr>
          </a:p>
          <a:p>
            <a:pPr marL="285750" indent="-285750">
              <a:lnSpc>
                <a:spcPct val="130000"/>
              </a:lnSpc>
              <a:buFont typeface="Arial,Sans-Serif"/>
              <a:buChar char="•"/>
            </a:pPr>
            <a:r>
              <a:rPr lang="en-GB"/>
              <a:t>It will give students greater insights into understanding how the sensors work.</a:t>
            </a:r>
            <a:endParaRPr lang="en-GB"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2163326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React-native-reanimated for displaying the visual representation of the sensor data</a:t>
            </a:r>
            <a:endParaRPr lang="en-US"/>
          </a:p>
          <a:p>
            <a:pPr marL="171450" indent="-171450">
              <a:buFont typeface="Arial"/>
              <a:buChar char="•"/>
            </a:pPr>
            <a:r>
              <a:rPr lang="en-US" dirty="0">
                <a:ea typeface="Calibri"/>
                <a:cs typeface="Calibri"/>
              </a:rPr>
              <a:t>React-native-worklets is required by react-native-reanimated to run </a:t>
            </a:r>
            <a:r>
              <a:rPr lang="en-US">
                <a:ea typeface="Calibri"/>
                <a:cs typeface="Calibri"/>
              </a:rPr>
              <a:t>multithreaded background tasks for smoother animations</a:t>
            </a:r>
          </a:p>
          <a:p>
            <a:pPr marL="171450" indent="-171450">
              <a:buFont typeface="Arial"/>
              <a:buChar char="•"/>
            </a:pPr>
            <a:r>
              <a:rPr lang="en-US" dirty="0">
                <a:ea typeface="Calibri"/>
                <a:cs typeface="Calibri"/>
              </a:rPr>
              <a:t>Expo-audio was added to test out visualising the sound level using react-native-reanimated because the microphone is not part of the </a:t>
            </a:r>
            <a:r>
              <a:rPr lang="en-US" dirty="0" err="1">
                <a:ea typeface="Calibri"/>
                <a:cs typeface="Calibri"/>
              </a:rPr>
              <a:t>useAnimatedSensor</a:t>
            </a:r>
            <a:r>
              <a:rPr lang="en-US" dirty="0">
                <a:ea typeface="Calibri"/>
                <a:cs typeface="Calibri"/>
              </a:rPr>
              <a:t> function</a:t>
            </a:r>
          </a:p>
          <a:p>
            <a:pPr marL="171450" indent="-171450">
              <a:buFont typeface="Arial"/>
              <a:buChar char="•"/>
            </a:pPr>
            <a:r>
              <a:rPr lang="en-US" dirty="0">
                <a:ea typeface="Calibri"/>
                <a:cs typeface="Calibri"/>
              </a:rPr>
              <a:t>Expo-sensors is not directly required by react-native-reanimated, </a:t>
            </a:r>
            <a:r>
              <a:rPr lang="en-US">
                <a:ea typeface="Calibri"/>
                <a:cs typeface="Calibri"/>
              </a:rPr>
              <a:t>however, I used it to display the sensor raw data to understand the numbers they output.</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73283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You can view the repo for the proof of concept on my </a:t>
            </a:r>
            <a:r>
              <a:rPr lang="en-US" dirty="0" err="1">
                <a:ea typeface="Calibri"/>
                <a:cs typeface="Calibri"/>
              </a:rPr>
              <a:t>github</a:t>
            </a:r>
          </a:p>
        </p:txBody>
      </p:sp>
      <p:sp>
        <p:nvSpPr>
          <p:cNvPr id="4" name="Slide Number Placeholder 3"/>
          <p:cNvSpPr>
            <a:spLocks noGrp="1"/>
          </p:cNvSpPr>
          <p:nvPr>
            <p:ph type="sldNum" sz="quarter" idx="5"/>
          </p:nvPr>
        </p:nvSpPr>
        <p:spPr/>
        <p:txBody>
          <a:bodyPr/>
          <a:lstStyle/>
          <a:p>
            <a:fld id="{28C6B470-179D-4B95-8906-D61C195EFD62}" type="slidenum">
              <a:rPr lang="en-US" smtClean="0"/>
              <a:t>4</a:t>
            </a:fld>
            <a:endParaRPr lang="en-US" dirty="0"/>
          </a:p>
        </p:txBody>
      </p:sp>
    </p:spTree>
    <p:extLst>
      <p:ext uri="{BB962C8B-B14F-4D97-AF65-F5344CB8AC3E}">
        <p14:creationId xmlns:p14="http://schemas.microsoft.com/office/powerpoint/2010/main" val="498699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 sta</a:t>
            </a:r>
            <a:r>
              <a:rPr lang="en-US">
                <a:ea typeface="Calibri"/>
                <a:cs typeface="Calibri"/>
              </a:rPr>
              <a:t>rted with 'Your First Animation' in the React Native Reanimated documentation, setting up an animation based on the press of a button.</a:t>
            </a:r>
          </a:p>
          <a:p>
            <a:r>
              <a:rPr lang="en-US" dirty="0">
                <a:ea typeface="Calibri"/>
                <a:cs typeface="Calibri"/>
              </a:rPr>
              <a:t>Then I explored the </a:t>
            </a:r>
            <a:r>
              <a:rPr lang="en-US" dirty="0" err="1">
                <a:ea typeface="Calibri"/>
                <a:cs typeface="Calibri"/>
              </a:rPr>
              <a:t>useAnimatedSensor</a:t>
            </a:r>
            <a:r>
              <a:rPr lang="en-US" dirty="0">
                <a:ea typeface="Calibri"/>
                <a:cs typeface="Calibri"/>
              </a:rPr>
              <a:t> function, it has a playground set up to get an understanding of the values from each sensor and a great example to get started with. Software mansion has done an excellent job with their documentation.</a:t>
            </a:r>
          </a:p>
          <a:p>
            <a:r>
              <a:rPr lang="en-US" dirty="0">
                <a:ea typeface="Calibri"/>
                <a:cs typeface="Calibri"/>
              </a:rPr>
              <a:t>The Expo Audio library has a simple example for recording sound that only needed a few </a:t>
            </a:r>
            <a:r>
              <a:rPr lang="en-US">
                <a:ea typeface="Calibri"/>
                <a:cs typeface="Calibri"/>
              </a:rPr>
              <a:t>tweaks to work with React Native Reanimated.</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8C6B470-179D-4B95-8906-D61C195EFD62}" type="slidenum">
              <a:rPr lang="en-US" smtClean="0"/>
              <a:t>5</a:t>
            </a:fld>
            <a:endParaRPr lang="en-US" dirty="0"/>
          </a:p>
        </p:txBody>
      </p:sp>
    </p:spTree>
    <p:extLst>
      <p:ext uri="{BB962C8B-B14F-4D97-AF65-F5344CB8AC3E}">
        <p14:creationId xmlns:p14="http://schemas.microsoft.com/office/powerpoint/2010/main" val="783963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The </a:t>
            </a:r>
            <a:r>
              <a:rPr lang="en-US" dirty="0" err="1">
                <a:ea typeface="Calibri"/>
                <a:cs typeface="Calibri"/>
              </a:rPr>
              <a:t>useAnimatedSensor</a:t>
            </a:r>
            <a:r>
              <a:rPr lang="en-US" dirty="0">
                <a:ea typeface="Calibri"/>
                <a:cs typeface="Calibri"/>
              </a:rPr>
              <a:t> function in the React Native Reanimated library allows the creation of animations from mobile sensor data.</a:t>
            </a:r>
          </a:p>
          <a:p>
            <a:r>
              <a:rPr lang="en-US" dirty="0">
                <a:ea typeface="Calibri"/>
                <a:cs typeface="Calibri"/>
              </a:rPr>
              <a:t>Data can be collected from the Accelerometer, with and without the gravity effect, Gyroscope, Magnetic </a:t>
            </a:r>
            <a:r>
              <a:rPr lang="en-US">
                <a:ea typeface="Calibri"/>
                <a:cs typeface="Calibri"/>
              </a:rPr>
              <a:t>field,</a:t>
            </a:r>
            <a:r>
              <a:rPr lang="en-US" dirty="0">
                <a:ea typeface="Calibri"/>
                <a:cs typeface="Calibri"/>
              </a:rPr>
              <a:t> and device rotation.</a:t>
            </a:r>
          </a:p>
          <a:p>
            <a:endParaRPr lang="en-US" dirty="0">
              <a:ea typeface="Calibri"/>
              <a:cs typeface="Calibri"/>
            </a:endParaRPr>
          </a:p>
          <a:p>
            <a:r>
              <a:rPr lang="en-US" dirty="0">
                <a:ea typeface="Calibri"/>
                <a:cs typeface="Calibri"/>
              </a:rPr>
              <a:t>It gives a visual representation of sensor data which will assist the students when completing some of the activities.</a:t>
            </a:r>
            <a:endParaRPr lang="en-US"/>
          </a:p>
          <a:p>
            <a:endParaRPr lang="en-US" dirty="0">
              <a:ea typeface="Calibri"/>
              <a:cs typeface="Calibri"/>
            </a:endParaRPr>
          </a:p>
          <a:p>
            <a:r>
              <a:rPr lang="en-US" dirty="0" err="1">
                <a:ea typeface="Calibri"/>
                <a:cs typeface="Calibri"/>
              </a:rPr>
              <a:t>UseAnimatedSensor</a:t>
            </a:r>
            <a:r>
              <a:rPr lang="en-US" dirty="0">
                <a:ea typeface="Calibri"/>
                <a:cs typeface="Calibri"/>
              </a:rPr>
              <a:t> returns a shared value that updates from the live sensor data on the UI thread, bypassing the JavaScript thread.</a:t>
            </a:r>
          </a:p>
          <a:p>
            <a:r>
              <a:rPr lang="en-US" dirty="0">
                <a:ea typeface="Calibri"/>
                <a:cs typeface="Calibri"/>
              </a:rPr>
              <a:t>The shared value can then be used in the </a:t>
            </a:r>
            <a:r>
              <a:rPr lang="en-US" dirty="0" err="1">
                <a:ea typeface="Calibri"/>
                <a:cs typeface="Calibri"/>
              </a:rPr>
              <a:t>useAnimatedStyle</a:t>
            </a:r>
            <a:r>
              <a:rPr lang="en-US" dirty="0">
                <a:ea typeface="Calibri"/>
                <a:cs typeface="Calibri"/>
              </a:rPr>
              <a:t> hook to manipulate the UI components.</a:t>
            </a:r>
          </a:p>
          <a:p>
            <a:endParaRPr lang="en-US" dirty="0">
              <a:ea typeface="Calibri"/>
              <a:cs typeface="Calibri"/>
            </a:endParaRPr>
          </a:p>
          <a:p>
            <a:r>
              <a:rPr lang="en-US" dirty="0">
                <a:ea typeface="Calibri"/>
                <a:cs typeface="Calibri"/>
              </a:rPr>
              <a:t>There is a risk of high CPU usage if it is not configured correctly, as well as concerns around privacy of the data collected from </a:t>
            </a:r>
            <a:r>
              <a:rPr lang="en-US">
                <a:ea typeface="Calibri"/>
                <a:cs typeface="Calibri"/>
              </a:rPr>
              <a:t>sensors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8C6B470-179D-4B95-8906-D61C195EFD62}" type="slidenum">
              <a:rPr lang="en-US" smtClean="0"/>
              <a:t>6</a:t>
            </a:fld>
            <a:endParaRPr lang="en-US" dirty="0"/>
          </a:p>
        </p:txBody>
      </p:sp>
    </p:spTree>
    <p:extLst>
      <p:ext uri="{BB962C8B-B14F-4D97-AF65-F5344CB8AC3E}">
        <p14:creationId xmlns:p14="http://schemas.microsoft.com/office/powerpoint/2010/main" val="3008483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It is part of a well-maintained library, with excellent documentation, access to various sensors and the proven ability to work with custom data from other sources. It is also compatible with Expo Go, allowing for easier testing during development. </a:t>
            </a:r>
            <a:endParaRPr lang="en-US" dirty="0">
              <a:ea typeface="Calibri"/>
              <a:cs typeface="Calibri"/>
            </a:endParaRPr>
          </a:p>
          <a:p>
            <a:endParaRPr lang="en-US" dirty="0">
              <a:ea typeface="Calibri"/>
              <a:cs typeface="Calibri"/>
            </a:endParaRPr>
          </a:p>
          <a:p>
            <a:r>
              <a:rPr lang="en-US" dirty="0">
                <a:ea typeface="Calibri"/>
                <a:cs typeface="Calibri"/>
              </a:rPr>
              <a:t>Performance-wise it runs entirely on the UI </a:t>
            </a:r>
            <a:r>
              <a:rPr lang="en-US">
                <a:ea typeface="Calibri"/>
                <a:cs typeface="Calibri"/>
              </a:rPr>
              <a:t>thread;</a:t>
            </a:r>
            <a:r>
              <a:rPr lang="en-US" dirty="0">
                <a:ea typeface="Calibri"/>
                <a:cs typeface="Calibri"/>
              </a:rPr>
              <a:t> there is no lag crossing over to the JavaScript thread.</a:t>
            </a:r>
          </a:p>
          <a:p>
            <a:r>
              <a:rPr lang="en-US">
                <a:ea typeface="Calibri"/>
                <a:cs typeface="Calibri"/>
              </a:rPr>
              <a:t>The function has an 'interval' property that can changed to set how often the sensor data is refreshed, if this set too low it can overwork the CPU and cause overheating, in most cases though the "auto" setting will suffice as it just uses the devices screen refresh rate.</a:t>
            </a:r>
          </a:p>
          <a:p>
            <a:endParaRPr lang="en-US" dirty="0">
              <a:ea typeface="Calibri"/>
              <a:cs typeface="Calibri"/>
            </a:endParaRPr>
          </a:p>
          <a:p>
            <a:r>
              <a:rPr lang="en-US">
                <a:ea typeface="Calibri"/>
                <a:cs typeface="Calibri"/>
              </a:rPr>
              <a:t>It is compatible with both Android and iOS as well as Web. On iOS you need to have location services turned on to allow access to the sensor data.</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8C6B470-179D-4B95-8906-D61C195EFD62}" type="slidenum">
              <a:rPr lang="en-US" smtClean="0"/>
              <a:t>7</a:t>
            </a:fld>
            <a:endParaRPr lang="en-US" dirty="0"/>
          </a:p>
        </p:txBody>
      </p:sp>
    </p:spTree>
    <p:extLst>
      <p:ext uri="{BB962C8B-B14F-4D97-AF65-F5344CB8AC3E}">
        <p14:creationId xmlns:p14="http://schemas.microsoft.com/office/powerpoint/2010/main" val="2881667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Because the function </a:t>
            </a:r>
            <a:r>
              <a:rPr lang="en-US" err="1">
                <a:ea typeface="Calibri"/>
                <a:cs typeface="Calibri"/>
              </a:rPr>
              <a:t>i</a:t>
            </a:r>
            <a:r>
              <a:rPr lang="en-US" dirty="0">
                <a:ea typeface="Calibri"/>
                <a:cs typeface="Calibri"/>
              </a:rPr>
              <a:t>s related to both </a:t>
            </a:r>
            <a:r>
              <a:rPr lang="en-AU" dirty="0">
                <a:ea typeface="Calibri"/>
                <a:cs typeface="Calibri"/>
              </a:rPr>
              <a:t>visualisation</a:t>
            </a:r>
            <a:r>
              <a:rPr lang="en-US" dirty="0">
                <a:ea typeface="Calibri"/>
                <a:cs typeface="Calibri"/>
              </a:rPr>
              <a:t> and movement, it would not be considered </a:t>
            </a:r>
            <a:r>
              <a:rPr lang="en-US">
                <a:ea typeface="Calibri"/>
                <a:cs typeface="Calibri"/>
              </a:rPr>
              <a:t>very </a:t>
            </a:r>
            <a:r>
              <a:rPr lang="en-US" dirty="0">
                <a:ea typeface="Calibri"/>
                <a:cs typeface="Calibri"/>
              </a:rPr>
              <a:t>accessible, however, it is useful for visual learners, giving them a clearer picture of the sensors function.</a:t>
            </a:r>
          </a:p>
          <a:p>
            <a:r>
              <a:rPr lang="en-US" dirty="0">
                <a:ea typeface="Calibri"/>
                <a:cs typeface="Calibri"/>
              </a:rPr>
              <a:t>The React Native Reanimated library has a built-in hook, </a:t>
            </a:r>
            <a:r>
              <a:rPr lang="en-US" dirty="0" err="1">
                <a:ea typeface="Calibri"/>
                <a:cs typeface="Calibri"/>
              </a:rPr>
              <a:t>useReduceMotion</a:t>
            </a:r>
            <a:r>
              <a:rPr lang="en-US" dirty="0">
                <a:ea typeface="Calibri"/>
                <a:cs typeface="Calibri"/>
              </a:rPr>
              <a:t> that gets the Reduce Motion system setting from the user's device, which can then be used to reduce the animation caused by the sensor movement, helping users effected vestibular disorders.</a:t>
            </a:r>
          </a:p>
          <a:p>
            <a:endParaRPr lang="en-US" dirty="0">
              <a:ea typeface="Calibri"/>
              <a:cs typeface="Calibri"/>
            </a:endParaRPr>
          </a:p>
          <a:p>
            <a:r>
              <a:rPr lang="en-US" dirty="0">
                <a:ea typeface="Calibri"/>
                <a:cs typeface="Calibri"/>
              </a:rPr>
              <a:t>IOS devices will prompt for access to motion sensors, while Android does not. However, because the function runs on the UI thread, everything stays local, you would need to pass it to the JS thread using </a:t>
            </a:r>
            <a:r>
              <a:rPr lang="en-US" dirty="0" err="1">
                <a:ea typeface="Calibri"/>
                <a:cs typeface="Calibri"/>
              </a:rPr>
              <a:t>runOnJS</a:t>
            </a:r>
            <a:r>
              <a:rPr lang="en-US" dirty="0">
                <a:ea typeface="Calibri"/>
                <a:cs typeface="Calibri"/>
              </a:rPr>
              <a:t> for the data to leave the device and be used elsewhere. </a:t>
            </a:r>
          </a:p>
        </p:txBody>
      </p:sp>
      <p:sp>
        <p:nvSpPr>
          <p:cNvPr id="4" name="Slide Number Placeholder 3"/>
          <p:cNvSpPr>
            <a:spLocks noGrp="1"/>
          </p:cNvSpPr>
          <p:nvPr>
            <p:ph type="sldNum" sz="quarter" idx="5"/>
          </p:nvPr>
        </p:nvSpPr>
        <p:spPr/>
        <p:txBody>
          <a:bodyPr/>
          <a:lstStyle/>
          <a:p>
            <a:fld id="{28C6B470-179D-4B95-8906-D61C195EFD62}" type="slidenum">
              <a:rPr lang="en-US" smtClean="0"/>
              <a:t>8</a:t>
            </a:fld>
            <a:endParaRPr lang="en-US" dirty="0"/>
          </a:p>
        </p:txBody>
      </p:sp>
    </p:spTree>
    <p:extLst>
      <p:ext uri="{BB962C8B-B14F-4D97-AF65-F5344CB8AC3E}">
        <p14:creationId xmlns:p14="http://schemas.microsoft.com/office/powerpoint/2010/main" val="2978096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The React Native Reanimated library and its </a:t>
            </a:r>
            <a:r>
              <a:rPr lang="en-US" err="1">
                <a:ea typeface="Calibri"/>
                <a:cs typeface="Calibri"/>
              </a:rPr>
              <a:t>useAnimatedSensor</a:t>
            </a:r>
            <a:r>
              <a:rPr lang="en-US" dirty="0">
                <a:ea typeface="Calibri"/>
                <a:cs typeface="Calibri"/>
              </a:rPr>
              <a:t> function should be used in the app because it will help the </a:t>
            </a:r>
            <a:r>
              <a:rPr lang="en-US">
                <a:ea typeface="Calibri"/>
                <a:cs typeface="Calibri"/>
              </a:rPr>
              <a:t>students giving</a:t>
            </a:r>
            <a:r>
              <a:rPr lang="en-US" dirty="0">
                <a:ea typeface="Calibri"/>
                <a:cs typeface="Calibri"/>
              </a:rPr>
              <a:t> them visual feedback from the sensors while performing the activities.</a:t>
            </a:r>
          </a:p>
          <a:p>
            <a:r>
              <a:rPr lang="en-US" dirty="0">
                <a:ea typeface="Calibri"/>
                <a:cs typeface="Calibri"/>
              </a:rPr>
              <a:t>Most notably Activity 2 for sound levels, </a:t>
            </a:r>
            <a:r>
              <a:rPr lang="en-US">
                <a:ea typeface="Calibri"/>
                <a:cs typeface="Calibri"/>
              </a:rPr>
              <a:t>activities 5 and 7 for motion data.</a:t>
            </a:r>
          </a:p>
        </p:txBody>
      </p:sp>
      <p:sp>
        <p:nvSpPr>
          <p:cNvPr id="4" name="Slide Number Placeholder 3"/>
          <p:cNvSpPr>
            <a:spLocks noGrp="1"/>
          </p:cNvSpPr>
          <p:nvPr>
            <p:ph type="sldNum" sz="quarter" idx="5"/>
          </p:nvPr>
        </p:nvSpPr>
        <p:spPr/>
        <p:txBody>
          <a:bodyPr/>
          <a:lstStyle/>
          <a:p>
            <a:fld id="{28C6B470-179D-4B95-8906-D61C195EFD62}" type="slidenum">
              <a:rPr lang="en-US" smtClean="0"/>
              <a:t>9</a:t>
            </a:fld>
            <a:endParaRPr lang="en-US" dirty="0"/>
          </a:p>
        </p:txBody>
      </p:sp>
    </p:spTree>
    <p:extLst>
      <p:ext uri="{BB962C8B-B14F-4D97-AF65-F5344CB8AC3E}">
        <p14:creationId xmlns:p14="http://schemas.microsoft.com/office/powerpoint/2010/main" val="3348466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60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48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578674-8064-3B2C-DA7F-7E3D0B7E90DB}"/>
              </a:ext>
            </a:extLst>
          </p:cNvPr>
          <p:cNvSpPr>
            <a:spLocks noGrp="1"/>
          </p:cNvSpPr>
          <p:nvPr>
            <p:ph type="ctrTitle"/>
          </p:nvPr>
        </p:nvSpPr>
        <p:spPr>
          <a:xfrm>
            <a:off x="1088136" y="1095763"/>
            <a:ext cx="9598152" cy="4144566"/>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10" name="Subtitle 2">
            <a:extLst>
              <a:ext uri="{FF2B5EF4-FFF2-40B4-BE49-F238E27FC236}">
                <a16:creationId xmlns:a16="http://schemas.microsoft.com/office/drawing/2014/main" id="{9DABABE3-CA0A-1CAB-38CF-F3A5729B7D41}"/>
              </a:ext>
            </a:extLst>
          </p:cNvPr>
          <p:cNvSpPr>
            <a:spLocks noGrp="1"/>
          </p:cNvSpPr>
          <p:nvPr>
            <p:ph type="subTitle" idx="1"/>
          </p:nvPr>
        </p:nvSpPr>
        <p:spPr>
          <a:xfrm>
            <a:off x="1088136" y="5240329"/>
            <a:ext cx="7769354" cy="101239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76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BFF047-7A6B-BC21-B7D8-F250A7B5AD52}"/>
              </a:ext>
            </a:extLst>
          </p:cNvPr>
          <p:cNvSpPr>
            <a:spLocks noGrp="1"/>
          </p:cNvSpPr>
          <p:nvPr>
            <p:ph type="title"/>
          </p:nvPr>
        </p:nvSpPr>
        <p:spPr>
          <a:xfrm>
            <a:off x="1088136" y="1689380"/>
            <a:ext cx="7876287" cy="3614139"/>
          </a:xfrm>
        </p:spPr>
        <p:txBody>
          <a:bodyPr anchor="b">
            <a:noAutofit/>
          </a:bodyPr>
          <a:lstStyle>
            <a:lvl1pPr>
              <a:defRPr sz="6000"/>
            </a:lvl1pPr>
          </a:lstStyle>
          <a:p>
            <a:r>
              <a:rPr lang="en-US" dirty="0"/>
              <a:t>Click to edit Master title style</a:t>
            </a:r>
          </a:p>
        </p:txBody>
      </p:sp>
      <p:sp>
        <p:nvSpPr>
          <p:cNvPr id="14" name="Subtitle 2">
            <a:extLst>
              <a:ext uri="{FF2B5EF4-FFF2-40B4-BE49-F238E27FC236}">
                <a16:creationId xmlns:a16="http://schemas.microsoft.com/office/drawing/2014/main" id="{31F9B6D5-1061-6B04-A4A3-7F71A879F11E}"/>
              </a:ext>
            </a:extLst>
          </p:cNvPr>
          <p:cNvSpPr>
            <a:spLocks noGrp="1"/>
          </p:cNvSpPr>
          <p:nvPr>
            <p:ph type="subTitle" idx="1"/>
          </p:nvPr>
        </p:nvSpPr>
        <p:spPr>
          <a:xfrm>
            <a:off x="1088136" y="5306113"/>
            <a:ext cx="7375466" cy="1012390"/>
          </a:xfrm>
        </p:spPr>
        <p:txBody>
          <a:bodyPr vert="horz" lIns="91440" tIns="45720" rIns="91440" bIns="45720" rtlCol="0" anchor="t">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dirty="0"/>
          </a:p>
        </p:txBody>
      </p: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749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C3FE82-1C77-7EDF-A1CD-DB107F252AE3}"/>
              </a:ext>
            </a:extLst>
          </p:cNvPr>
          <p:cNvSpPr>
            <a:spLocks noGrp="1"/>
          </p:cNvSpPr>
          <p:nvPr>
            <p:ph type="title"/>
          </p:nvPr>
        </p:nvSpPr>
        <p:spPr>
          <a:xfrm>
            <a:off x="1088136" y="1090244"/>
            <a:ext cx="10058400" cy="4021243"/>
          </a:xfrm>
        </p:spPr>
        <p:txBody>
          <a:bodyPr>
            <a:normAutofit/>
          </a:bodyPr>
          <a:lstStyle>
            <a:lvl1pPr>
              <a:defRPr sz="8000"/>
            </a:lvl1pPr>
          </a:lstStyle>
          <a:p>
            <a:r>
              <a:rPr lang="en-US"/>
              <a:t>Click to edit Master 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708D0FD-E68E-587F-ED5A-5140B6EE7F7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65DB91C7-3013-1F4E-D55F-37E24A2C6878}"/>
              </a:ext>
            </a:extLst>
          </p:cNvPr>
          <p:cNvSpPr>
            <a:spLocks noGrp="1"/>
          </p:cNvSpPr>
          <p:nvPr>
            <p:ph type="subTitle" idx="1"/>
          </p:nvPr>
        </p:nvSpPr>
        <p:spPr>
          <a:xfrm>
            <a:off x="1088136" y="5360878"/>
            <a:ext cx="10015728" cy="566928"/>
          </a:xfrm>
        </p:spPr>
        <p:txBody>
          <a:bodyPr vert="horz" lIns="91440" tIns="45720" rIns="91440" bIns="45720" rtlCol="0" anchor="b">
            <a:normAutofit/>
          </a:bodyPr>
          <a:lstStyle>
            <a:lvl1pPr marL="0" indent="0" algn="r">
              <a:lnSpc>
                <a:spcPct val="100000"/>
              </a:lnSpc>
              <a:buNone/>
              <a:defRPr lang="en-US" sz="2000" dirty="0"/>
            </a:lvl1pPr>
          </a:lstStyle>
          <a:p>
            <a:pPr lvl="0"/>
            <a:r>
              <a:rPr lang="en-US" dirty="0"/>
              <a:t>Click to edit Master subtitle style</a:t>
            </a:r>
          </a:p>
        </p:txBody>
      </p:sp>
    </p:spTree>
    <p:extLst>
      <p:ext uri="{BB962C8B-B14F-4D97-AF65-F5344CB8AC3E}">
        <p14:creationId xmlns:p14="http://schemas.microsoft.com/office/powerpoint/2010/main" val="392361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708609-7047-A87D-944D-1FAA546F3CE0}"/>
              </a:ext>
            </a:extLst>
          </p:cNvPr>
          <p:cNvSpPr>
            <a:spLocks noGrp="1"/>
          </p:cNvSpPr>
          <p:nvPr>
            <p:ph type="title"/>
          </p:nvPr>
        </p:nvSpPr>
        <p:spPr>
          <a:xfrm>
            <a:off x="82296" y="64007"/>
            <a:ext cx="12015216" cy="5120639"/>
          </a:xfrm>
        </p:spPr>
        <p:txBody>
          <a:bodyPr>
            <a:normAutofit/>
          </a:bodyPr>
          <a:lstStyle>
            <a:lvl1pPr>
              <a:defRPr sz="11500"/>
            </a:lvl1pPr>
          </a:lstStyle>
          <a:p>
            <a:r>
              <a:rPr lang="en-US"/>
              <a:t>Click to edit Master title style</a:t>
            </a:r>
          </a:p>
        </p:txBody>
      </p:sp>
      <p:sp>
        <p:nvSpPr>
          <p:cNvPr id="9" name="Subtitle 2">
            <a:extLst>
              <a:ext uri="{FF2B5EF4-FFF2-40B4-BE49-F238E27FC236}">
                <a16:creationId xmlns:a16="http://schemas.microsoft.com/office/drawing/2014/main" id="{83B55518-9256-4E26-0E87-88DBBA9A4404}"/>
              </a:ext>
            </a:extLst>
          </p:cNvPr>
          <p:cNvSpPr>
            <a:spLocks noGrp="1"/>
          </p:cNvSpPr>
          <p:nvPr>
            <p:ph type="subTitle" idx="1"/>
          </p:nvPr>
        </p:nvSpPr>
        <p:spPr>
          <a:xfrm>
            <a:off x="1088136" y="53481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4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6">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97EF66-DC3D-B2CA-7F76-8D8A7ED29968}"/>
              </a:ext>
            </a:extLst>
          </p:cNvPr>
          <p:cNvSpPr>
            <a:spLocks noGrp="1"/>
          </p:cNvSpPr>
          <p:nvPr>
            <p:ph type="title"/>
          </p:nvPr>
        </p:nvSpPr>
        <p:spPr>
          <a:xfrm>
            <a:off x="82296" y="64008"/>
            <a:ext cx="8229600" cy="2621154"/>
          </a:xfrm>
        </p:spPr>
        <p:txBody>
          <a:bodyPr>
            <a:noAutofit/>
          </a:bodyPr>
          <a:lstStyle>
            <a:lvl1pPr>
              <a:defRPr sz="6000"/>
            </a:lvl1pPr>
          </a:lstStyle>
          <a:p>
            <a:r>
              <a:rPr lang="en-US"/>
              <a:t>Click to edit Master title style</a:t>
            </a:r>
          </a:p>
        </p:txBody>
      </p:sp>
      <p:sp>
        <p:nvSpPr>
          <p:cNvPr id="13" name="Subtitle 2">
            <a:extLst>
              <a:ext uri="{FF2B5EF4-FFF2-40B4-BE49-F238E27FC236}">
                <a16:creationId xmlns:a16="http://schemas.microsoft.com/office/drawing/2014/main" id="{0F2A94AC-5C1C-CE45-09E9-C80B1B71FA27}"/>
              </a:ext>
            </a:extLst>
          </p:cNvPr>
          <p:cNvSpPr>
            <a:spLocks noGrp="1"/>
          </p:cNvSpPr>
          <p:nvPr>
            <p:ph type="subTitle" idx="1"/>
          </p:nvPr>
        </p:nvSpPr>
        <p:spPr>
          <a:xfrm>
            <a:off x="3513954" y="4431379"/>
            <a:ext cx="7611246" cy="1465254"/>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188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userDrawn="1"/>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4/29/2026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9145764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8905" y="284481"/>
            <a:ext cx="4244009" cy="4320310"/>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8905" y="4827642"/>
            <a:ext cx="3916294" cy="1033669"/>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69670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08906" y="6438900"/>
            <a:ext cx="2351783"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80C9AB94-8F6E-3F2E-B012-AADB80E5486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2BA6CE1C-3B05-36AC-25B7-6050ED0CBE18}"/>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0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41739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1055" y="1111101"/>
            <a:ext cx="4179762" cy="3935983"/>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91688" y="5190622"/>
            <a:ext cx="4179762" cy="1095877"/>
          </a:xfrm>
        </p:spPr>
        <p:txBody>
          <a:bodyPr vert="horz" lIns="91440" tIns="45720" rIns="91440" bIns="45720" rtlCol="0" anchor="b">
            <a:normAutofit/>
          </a:bodyPr>
          <a:lstStyle>
            <a:lvl1pPr marL="0" indent="0">
              <a:lnSpc>
                <a:spcPct val="100000"/>
              </a:lnSpc>
              <a:buNone/>
              <a:defRPr lang="en-US" sz="1600" dirty="0"/>
            </a:lvl1pPr>
          </a:lstStyle>
          <a:p>
            <a:pPr lvl="0"/>
            <a:r>
              <a:rPr lang="en-US" dirty="0"/>
              <a:t>Click to edit Master subtitle style</a:t>
            </a:r>
          </a:p>
        </p:txBody>
      </p:sp>
      <p:cxnSp>
        <p:nvCxnSpPr>
          <p:cNvPr id="4" name="Straight Connector 3">
            <a:extLst>
              <a:ext uri="{FF2B5EF4-FFF2-40B4-BE49-F238E27FC236}">
                <a16:creationId xmlns:a16="http://schemas.microsoft.com/office/drawing/2014/main" id="{246DF655-18E5-0F01-A30A-A66220E09345}"/>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4B984BF6-8944-BCD9-907F-19E062A93E04}"/>
              </a:ext>
            </a:extLst>
          </p:cNvPr>
          <p:cNvSpPr>
            <a:spLocks noGrp="1"/>
          </p:cNvSpPr>
          <p:nvPr>
            <p:ph type="ftr" sz="quarter" idx="11"/>
          </p:nvPr>
        </p:nvSpPr>
        <p:spPr>
          <a:xfrm>
            <a:off x="1091689" y="6430037"/>
            <a:ext cx="2604618"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0A1EB0B-7080-C0FF-A599-2F24CE797B37}"/>
              </a:ext>
            </a:extLst>
          </p:cNvPr>
          <p:cNvSpPr>
            <a:spLocks noGrp="1"/>
          </p:cNvSpPr>
          <p:nvPr>
            <p:ph type="dt" sz="half" idx="15"/>
          </p:nvPr>
        </p:nvSpPr>
        <p:spPr>
          <a:xfrm>
            <a:off x="3786513" y="6430037"/>
            <a:ext cx="864704" cy="419100"/>
          </a:xfrm>
        </p:spPr>
        <p:txBody>
          <a:bodyPr/>
          <a:lstStyle/>
          <a:p>
            <a:fld id="{2ABAD28B-DD56-4B56-883A-96608C765E28}" type="datetimeFigureOut">
              <a:rPr lang="en-US" smtClean="0"/>
              <a:pPr/>
              <a:t>4/29/2026</a:t>
            </a:fld>
            <a:endParaRPr lang="en-US" dirty="0"/>
          </a:p>
        </p:txBody>
      </p:sp>
      <p:sp>
        <p:nvSpPr>
          <p:cNvPr id="10" name="Slide Number Placeholder 5">
            <a:extLst>
              <a:ext uri="{FF2B5EF4-FFF2-40B4-BE49-F238E27FC236}">
                <a16:creationId xmlns:a16="http://schemas.microsoft.com/office/drawing/2014/main" id="{D9E47F5A-D737-9005-3896-E6383830C7E3}"/>
              </a:ext>
            </a:extLst>
          </p:cNvPr>
          <p:cNvSpPr>
            <a:spLocks noGrp="1"/>
          </p:cNvSpPr>
          <p:nvPr>
            <p:ph type="sldNum" sz="quarter" idx="12"/>
          </p:nvPr>
        </p:nvSpPr>
        <p:spPr>
          <a:xfrm>
            <a:off x="4659381" y="6430037"/>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00050" y="0"/>
            <a:ext cx="669195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220620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77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4/29/2026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217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4/29/2026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41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587999" y="405240"/>
            <a:ext cx="5916508" cy="1819662"/>
          </a:xfrm>
        </p:spPr>
        <p:txBody>
          <a:bodyPr anchor="b">
            <a:normAutofit/>
          </a:bodyPr>
          <a:lstStyle>
            <a:lvl1pPr>
              <a:defRPr sz="80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481119"/>
            <a:ext cx="5916507" cy="3394364"/>
          </a:xfrm>
        </p:spPr>
        <p:txBody>
          <a:bodyPr anchor="b">
            <a:normAutofit/>
          </a:bodyPr>
          <a:lstStyle>
            <a:lvl1pPr marL="457200" indent="-457200">
              <a:lnSpc>
                <a:spcPct val="100000"/>
              </a:lnSpc>
              <a:buFont typeface="+mj-lt"/>
              <a:buAutoNum type="arabicPeriod"/>
              <a:defRPr sz="2000"/>
            </a:lvl1pPr>
            <a:lvl2pPr marL="571500" indent="-3429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AF50F4DE-D5C9-EDEE-A6C1-8053893B18C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0E02C9ED-7E7F-43D6-3567-8A7D0DC86025}"/>
              </a:ext>
            </a:extLst>
          </p:cNvPr>
          <p:cNvSpPr>
            <a:spLocks noGrp="1"/>
          </p:cNvSpPr>
          <p:nvPr>
            <p:ph type="ftr" sz="quarter" idx="11"/>
          </p:nvPr>
        </p:nvSpPr>
        <p:spPr>
          <a:xfrm>
            <a:off x="5588000" y="6438900"/>
            <a:ext cx="3972690" cy="419100"/>
          </a:xfrm>
        </p:spPr>
        <p:txBody>
          <a:bodyPr/>
          <a:lstStyle/>
          <a:p>
            <a:r>
              <a:rPr lang="en-US" dirty="0"/>
              <a:t>Sample Footer Text</a:t>
            </a:r>
          </a:p>
        </p:txBody>
      </p:sp>
      <p:sp>
        <p:nvSpPr>
          <p:cNvPr id="13" name="Date Placeholder 4">
            <a:extLst>
              <a:ext uri="{FF2B5EF4-FFF2-40B4-BE49-F238E27FC236}">
                <a16:creationId xmlns:a16="http://schemas.microsoft.com/office/drawing/2014/main" id="{94369780-1787-623B-A3F0-C72DED32992F}"/>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14" name="Slide Number Placeholder 5">
            <a:extLst>
              <a:ext uri="{FF2B5EF4-FFF2-40B4-BE49-F238E27FC236}">
                <a16:creationId xmlns:a16="http://schemas.microsoft.com/office/drawing/2014/main" id="{B9B34B61-93E0-16E5-3DE1-0085D9CB4486}"/>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55361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8E2B0F-68B7-6425-620F-3E3285F51A3E}"/>
              </a:ext>
            </a:extLst>
          </p:cNvPr>
          <p:cNvSpPr>
            <a:spLocks noGrp="1"/>
          </p:cNvSpPr>
          <p:nvPr>
            <p:ph type="title"/>
          </p:nvPr>
        </p:nvSpPr>
        <p:spPr>
          <a:xfrm>
            <a:off x="1088136" y="1090244"/>
            <a:ext cx="4659277" cy="16698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F2BB16B-437E-D6AB-E317-2BE63ABCB1E0}"/>
              </a:ext>
            </a:extLst>
          </p:cNvPr>
          <p:cNvSpPr>
            <a:spLocks noGrp="1"/>
          </p:cNvSpPr>
          <p:nvPr>
            <p:ph sz="quarter" idx="14"/>
          </p:nvPr>
        </p:nvSpPr>
        <p:spPr>
          <a:xfrm>
            <a:off x="6444588" y="1090244"/>
            <a:ext cx="4680612" cy="1670050"/>
          </a:xfrm>
        </p:spPr>
        <p:txBody>
          <a:bodyPr/>
          <a:lstStyle>
            <a:lvl1pPr>
              <a:lnSpc>
                <a:spcPct val="100000"/>
              </a:lnSpc>
              <a:buFontTx/>
              <a:buNone/>
              <a:defRPr baseline="0"/>
            </a:lvl1pPr>
            <a:lvl2pPr marL="228600" indent="0">
              <a:lnSpc>
                <a:spcPct val="100000"/>
              </a:lnSpc>
              <a:buFontTx/>
              <a:buNone/>
              <a:defRPr baseline="0"/>
            </a:lvl2pPr>
            <a:lvl3pPr marL="457200" indent="0">
              <a:lnSpc>
                <a:spcPct val="100000"/>
              </a:lnSpc>
              <a:buFontTx/>
              <a:buNone/>
              <a:defRPr baseline="0"/>
            </a:lvl3pPr>
            <a:lvl4pPr marL="685800" indent="0">
              <a:lnSpc>
                <a:spcPct val="100000"/>
              </a:lnSpc>
              <a:buFontTx/>
              <a:buNone/>
              <a:defRPr baseline="0"/>
            </a:lvl4pPr>
            <a:lvl5pPr marL="914400" indent="0">
              <a:lnSpc>
                <a:spcPct val="100000"/>
              </a:lnSpc>
              <a:buFontTx/>
              <a:buNone/>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66FBA52A-0B44-31D0-A581-D65241A30F6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413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4938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263141" y="1115290"/>
            <a:ext cx="5862059" cy="346121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28C9ED00-129A-337D-199B-933973FFF6B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47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5733" y="1119386"/>
            <a:ext cx="3496147" cy="494066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63418" y="1119386"/>
            <a:ext cx="6242849" cy="4940661"/>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17C024E-BDA9-596A-880A-BD5A17F5C7F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07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4/29/2026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12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dirty="0"/>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31919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780" y="1111101"/>
            <a:ext cx="6339541" cy="11430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90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E94E29EC-6D85-E8CA-F571-29C29779804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91F623F8-148C-BF68-DC1B-B1261EF2B177}"/>
              </a:ext>
            </a:extLst>
          </p:cNvPr>
          <p:cNvSpPr>
            <a:spLocks noGrp="1"/>
          </p:cNvSpPr>
          <p:nvPr>
            <p:ph type="ftr" sz="quarter" idx="11"/>
          </p:nvPr>
        </p:nvSpPr>
        <p:spPr>
          <a:xfrm>
            <a:off x="1097781" y="6438900"/>
            <a:ext cx="4775030" cy="419100"/>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F4339383-0924-E735-8737-2CFD7A1D40E9}"/>
              </a:ext>
            </a:extLst>
          </p:cNvPr>
          <p:cNvSpPr>
            <a:spLocks noGrp="1"/>
          </p:cNvSpPr>
          <p:nvPr>
            <p:ph type="dt" sz="half" idx="15"/>
          </p:nvPr>
        </p:nvSpPr>
        <p:spPr>
          <a:xfrm>
            <a:off x="5963017" y="6438900"/>
            <a:ext cx="864704" cy="419100"/>
          </a:xfrm>
        </p:spPr>
        <p:txBody>
          <a:body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92279924-70A9-325D-5C94-812F304840DB}"/>
              </a:ext>
            </a:extLst>
          </p:cNvPr>
          <p:cNvSpPr>
            <a:spLocks noGrp="1"/>
          </p:cNvSpPr>
          <p:nvPr>
            <p:ph type="sldNum" sz="quarter" idx="12"/>
          </p:nvPr>
        </p:nvSpPr>
        <p:spPr>
          <a:xfrm>
            <a:off x="683588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85414"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4983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0496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4/29/2026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523332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86751" y="1115736"/>
            <a:ext cx="4738450" cy="1283986"/>
          </a:xfrm>
        </p:spPr>
        <p:txBody>
          <a:bodyPr anchor="t">
            <a:norm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F01DFFF1-3C5B-AB29-A606-DE5652872224}"/>
              </a:ext>
            </a:extLst>
          </p:cNvPr>
          <p:cNvSpPr>
            <a:spLocks noGrp="1"/>
          </p:cNvSpPr>
          <p:nvPr>
            <p:ph type="pic" sz="quarter" idx="13" hasCustomPrompt="1"/>
          </p:nvPr>
        </p:nvSpPr>
        <p:spPr>
          <a:xfrm>
            <a:off x="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E2816D63-0E0C-C808-4BF8-6A562C18459A}"/>
              </a:ext>
            </a:extLst>
          </p:cNvPr>
          <p:cNvSpPr>
            <a:spLocks noGrp="1"/>
          </p:cNvSpPr>
          <p:nvPr>
            <p:ph sz="quarter" idx="15"/>
          </p:nvPr>
        </p:nvSpPr>
        <p:spPr>
          <a:xfrm>
            <a:off x="6386751" y="2552124"/>
            <a:ext cx="4738450" cy="3734376"/>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04FCA30A-9E9D-9618-76A9-8B4CFF8E32FB}"/>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536C1912-E3D3-9A9F-E1CD-E0E6FFC247FA}"/>
              </a:ext>
            </a:extLst>
          </p:cNvPr>
          <p:cNvSpPr>
            <a:spLocks noGrp="1"/>
          </p:cNvSpPr>
          <p:nvPr>
            <p:ph type="ftr" sz="quarter" idx="11"/>
          </p:nvPr>
        </p:nvSpPr>
        <p:spPr>
          <a:xfrm>
            <a:off x="6386752" y="6438900"/>
            <a:ext cx="3173938" cy="419100"/>
          </a:xfrm>
        </p:spPr>
        <p:txBody>
          <a:bodyPr/>
          <a:lstStyle/>
          <a:p>
            <a:r>
              <a:rPr lang="en-US"/>
              <a:t>Sample Footer Text</a:t>
            </a:r>
            <a:endParaRPr lang="en-US" dirty="0"/>
          </a:p>
        </p:txBody>
      </p:sp>
      <p:sp>
        <p:nvSpPr>
          <p:cNvPr id="4" name="Date Placeholder 4">
            <a:extLst>
              <a:ext uri="{FF2B5EF4-FFF2-40B4-BE49-F238E27FC236}">
                <a16:creationId xmlns:a16="http://schemas.microsoft.com/office/drawing/2014/main" id="{8D67CAFB-8059-63E5-52A8-1184092A0F3D}"/>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8" name="Slide Number Placeholder 5">
            <a:extLst>
              <a:ext uri="{FF2B5EF4-FFF2-40B4-BE49-F238E27FC236}">
                <a16:creationId xmlns:a16="http://schemas.microsoft.com/office/drawing/2014/main" id="{12D5E22B-CB25-9948-A8AA-BACF7E422F0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8232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4/29/2026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30221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1355" y="1111101"/>
            <a:ext cx="3813845" cy="1493861"/>
          </a:xfrm>
        </p:spPr>
        <p:txBody>
          <a:bodyPr anchor="t">
            <a:normAutofit/>
          </a:bodyPr>
          <a:lstStyle>
            <a:lvl1pPr>
              <a:defRPr sz="3600"/>
            </a:lvl1pPr>
          </a:lstStyle>
          <a:p>
            <a:r>
              <a:rPr lang="en-US" dirty="0"/>
              <a:t>Click to edit Master title style</a:t>
            </a:r>
          </a:p>
        </p:txBody>
      </p:sp>
      <p:sp>
        <p:nvSpPr>
          <p:cNvPr id="5" name="Picture Placeholder 10">
            <a:extLst>
              <a:ext uri="{FF2B5EF4-FFF2-40B4-BE49-F238E27FC236}">
                <a16:creationId xmlns:a16="http://schemas.microsoft.com/office/drawing/2014/main" id="{F6B569F2-50A1-6E37-5081-6843927083F0}"/>
              </a:ext>
            </a:extLst>
          </p:cNvPr>
          <p:cNvSpPr>
            <a:spLocks noGrp="1"/>
          </p:cNvSpPr>
          <p:nvPr>
            <p:ph type="pic" sz="quarter" idx="13" hasCustomPrompt="1"/>
          </p:nvPr>
        </p:nvSpPr>
        <p:spPr>
          <a:xfrm>
            <a:off x="1219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7B790101-D67D-E697-E691-37D8E802AC85}"/>
              </a:ext>
            </a:extLst>
          </p:cNvPr>
          <p:cNvSpPr>
            <a:spLocks noGrp="1"/>
          </p:cNvSpPr>
          <p:nvPr>
            <p:ph sz="quarter" idx="18"/>
          </p:nvPr>
        </p:nvSpPr>
        <p:spPr>
          <a:xfrm>
            <a:off x="7311355"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4F1FBBF-D97E-831B-C809-27FFA216026F}"/>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456D6AD1-4AB5-D3E4-10D2-9E53DB2CC8EA}"/>
              </a:ext>
            </a:extLst>
          </p:cNvPr>
          <p:cNvSpPr>
            <a:spLocks noGrp="1"/>
          </p:cNvSpPr>
          <p:nvPr>
            <p:ph type="ftr" sz="quarter" idx="11"/>
          </p:nvPr>
        </p:nvSpPr>
        <p:spPr>
          <a:xfrm>
            <a:off x="7311355" y="6438900"/>
            <a:ext cx="2249334"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9760FBEC-EA46-6A15-284D-4BBD1E04A1B4}"/>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11" name="Slide Number Placeholder 5">
            <a:extLst>
              <a:ext uri="{FF2B5EF4-FFF2-40B4-BE49-F238E27FC236}">
                <a16:creationId xmlns:a16="http://schemas.microsoft.com/office/drawing/2014/main" id="{919DC249-6449-71C0-F0A2-E5A28E550CB0}"/>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3972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4/29/2026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7045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dirty="0"/>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4/29/2026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79109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1746" y="1112431"/>
            <a:ext cx="3230992" cy="1858941"/>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92741"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DC26608-3419-7FD3-1CD3-EB1EF597746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2FF5E252-7CD5-70EF-A3E5-C079B418EA8A}"/>
              </a:ext>
            </a:extLst>
          </p:cNvPr>
          <p:cNvSpPr>
            <a:spLocks noGrp="1"/>
          </p:cNvSpPr>
          <p:nvPr>
            <p:ph type="ftr" sz="quarter" idx="11"/>
          </p:nvPr>
        </p:nvSpPr>
        <p:spPr>
          <a:xfrm>
            <a:off x="1091746" y="6438900"/>
            <a:ext cx="1656002"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7204A7B0-14BD-7B7E-62AF-3685F9B4BFEF}"/>
              </a:ext>
            </a:extLst>
          </p:cNvPr>
          <p:cNvSpPr>
            <a:spLocks noGrp="1"/>
          </p:cNvSpPr>
          <p:nvPr>
            <p:ph type="dt" sz="half" idx="15"/>
          </p:nvPr>
        </p:nvSpPr>
        <p:spPr>
          <a:xfrm>
            <a:off x="2837954" y="6438900"/>
            <a:ext cx="864704" cy="419100"/>
          </a:xfrm>
        </p:spPr>
        <p:txBody>
          <a:bodyPr/>
          <a:lstStyle/>
          <a:p>
            <a:fld id="{2ABAD28B-DD56-4B56-883A-96608C765E28}" type="datetimeFigureOut">
              <a:rPr lang="en-US" smtClean="0"/>
              <a:pPr/>
              <a:t>4/29/2026</a:t>
            </a:fld>
            <a:endParaRPr lang="en-US" dirty="0"/>
          </a:p>
        </p:txBody>
      </p:sp>
      <p:sp>
        <p:nvSpPr>
          <p:cNvPr id="11" name="Slide Number Placeholder 5">
            <a:extLst>
              <a:ext uri="{FF2B5EF4-FFF2-40B4-BE49-F238E27FC236}">
                <a16:creationId xmlns:a16="http://schemas.microsoft.com/office/drawing/2014/main" id="{33A8D2A5-F36B-C5DD-6ABC-6D69A63EFD3E}"/>
              </a:ext>
            </a:extLst>
          </p:cNvPr>
          <p:cNvSpPr>
            <a:spLocks noGrp="1"/>
          </p:cNvSpPr>
          <p:nvPr>
            <p:ph type="sldNum" sz="quarter" idx="12"/>
          </p:nvPr>
        </p:nvSpPr>
        <p:spPr>
          <a:xfrm>
            <a:off x="3710822" y="6438900"/>
            <a:ext cx="601436" cy="419100"/>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710223"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49206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3132" y="4454843"/>
            <a:ext cx="2734129" cy="198882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6911"/>
            <a:ext cx="12192000" cy="4136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CCF35F03-6B82-7805-3568-C459D0906B68}"/>
              </a:ext>
              <a:ext uri="{C183D7F6-B498-43B3-948B-1728B52AA6E4}">
                <adec:decorative xmlns:adec="http://schemas.microsoft.com/office/drawing/2017/decorative" val="1"/>
              </a:ext>
            </a:extLst>
          </p:cNvPr>
          <p:cNvCxnSpPr>
            <a:cxnSpLocks/>
          </p:cNvCxnSpPr>
          <p:nvPr userDrawn="1"/>
        </p:nvCxnSpPr>
        <p:spPr>
          <a:xfrm>
            <a:off x="0" y="456943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566ECED-4F66-9F69-9550-8AEE33E69132}"/>
              </a:ext>
            </a:extLst>
          </p:cNvPr>
          <p:cNvSpPr>
            <a:spLocks noGrp="1"/>
          </p:cNvSpPr>
          <p:nvPr>
            <p:ph type="dt" sz="half" idx="15"/>
          </p:nvPr>
        </p:nvSpPr>
        <p:spPr/>
        <p:txBody>
          <a:bodyPr/>
          <a:lstStyle/>
          <a:p>
            <a:fld id="{2ABAD28B-DD56-4B56-883A-96608C765E28}" type="datetimeFigureOut">
              <a:rPr lang="en-US" smtClean="0"/>
              <a:pPr/>
              <a:t>4/29/2026</a:t>
            </a:fld>
            <a:endParaRPr lang="en-US" dirty="0"/>
          </a:p>
        </p:txBody>
      </p:sp>
      <p:sp>
        <p:nvSpPr>
          <p:cNvPr id="9" name="Footer Placeholder 8">
            <a:extLst>
              <a:ext uri="{FF2B5EF4-FFF2-40B4-BE49-F238E27FC236}">
                <a16:creationId xmlns:a16="http://schemas.microsoft.com/office/drawing/2014/main" id="{71D64763-04B8-333B-5679-3D29011ED73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F9DBBC-106A-8C73-CFE2-A01128FF9A72}"/>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310324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userDrawn="1"/>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4/29/2026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555388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305" y="1111141"/>
            <a:ext cx="3021873" cy="1926781"/>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4288" y="1033272"/>
            <a:ext cx="7188111" cy="2395728"/>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EACFAF5-0970-68B5-D05E-9879C8497D82}"/>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B78A30E2-3F57-8F47-602F-5C2276719499}"/>
              </a:ext>
            </a:extLst>
          </p:cNvPr>
          <p:cNvSpPr>
            <a:spLocks noGrp="1"/>
          </p:cNvSpPr>
          <p:nvPr>
            <p:ph type="ftr" sz="quarter" idx="16"/>
          </p:nvPr>
        </p:nvSpPr>
        <p:spPr>
          <a:xfrm>
            <a:off x="1088136" y="3498930"/>
            <a:ext cx="8562760" cy="419100"/>
          </a:xfrm>
        </p:spPr>
        <p:txBody>
          <a:bodyPr/>
          <a:lstStyle/>
          <a:p>
            <a:endParaRPr lang="en-US" dirty="0"/>
          </a:p>
        </p:txBody>
      </p:sp>
      <p:sp>
        <p:nvSpPr>
          <p:cNvPr id="3" name="Date Placeholder 2">
            <a:extLst>
              <a:ext uri="{FF2B5EF4-FFF2-40B4-BE49-F238E27FC236}">
                <a16:creationId xmlns:a16="http://schemas.microsoft.com/office/drawing/2014/main" id="{CAC29AEB-6392-7627-D3BB-B1FE7ADEE113}"/>
              </a:ext>
            </a:extLst>
          </p:cNvPr>
          <p:cNvSpPr>
            <a:spLocks noGrp="1"/>
          </p:cNvSpPr>
          <p:nvPr>
            <p:ph type="dt" sz="half" idx="15"/>
          </p:nvPr>
        </p:nvSpPr>
        <p:spPr>
          <a:xfrm>
            <a:off x="9650896" y="3498930"/>
            <a:ext cx="864704" cy="419100"/>
          </a:xfrm>
        </p:spPr>
        <p:txBody>
          <a:bodyPr/>
          <a:lstStyle/>
          <a:p>
            <a:fld id="{2ABAD28B-DD56-4B56-883A-96608C765E28}" type="datetimeFigureOut">
              <a:rPr lang="en-US" smtClean="0"/>
              <a:pPr/>
              <a:t>4/29/2026</a:t>
            </a:fld>
            <a:endParaRPr lang="en-US" dirty="0"/>
          </a:p>
        </p:txBody>
      </p:sp>
      <p:sp>
        <p:nvSpPr>
          <p:cNvPr id="11" name="Slide Number Placeholder 10">
            <a:extLst>
              <a:ext uri="{FF2B5EF4-FFF2-40B4-BE49-F238E27FC236}">
                <a16:creationId xmlns:a16="http://schemas.microsoft.com/office/drawing/2014/main" id="{B5316922-C670-FE33-CD5C-8173F749255B}"/>
              </a:ext>
            </a:extLst>
          </p:cNvPr>
          <p:cNvSpPr>
            <a:spLocks noGrp="1"/>
          </p:cNvSpPr>
          <p:nvPr>
            <p:ph type="sldNum" sz="quarter" idx="17"/>
          </p:nvPr>
        </p:nvSpPr>
        <p:spPr>
          <a:xfrm>
            <a:off x="10523764" y="3498930"/>
            <a:ext cx="601436" cy="419100"/>
          </a:xfrm>
        </p:spPr>
        <p:txBody>
          <a:bodyPr/>
          <a:lstStyle/>
          <a:p>
            <a:fld id="{7DF5BAF5-ABAB-4575-8E56-D109A3D17F9F}" type="slidenum">
              <a:rPr lang="en-US" smtClean="0"/>
              <a:pPr/>
              <a:t>‹#›</a:t>
            </a:fld>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914863"/>
            <a:ext cx="12192000" cy="2943138"/>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5745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DD8E17-974D-2F0F-D2EF-4321ADF69D7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5" name="Content Placeholder 7">
            <a:extLst>
              <a:ext uri="{FF2B5EF4-FFF2-40B4-BE49-F238E27FC236}">
                <a16:creationId xmlns:a16="http://schemas.microsoft.com/office/drawing/2014/main" id="{B30C58BE-F380-22BA-CA7C-FB2B96D78536}"/>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BF998679-00B4-E130-BD79-0313E0E76C5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1E0CB0C-BB20-9ACF-5731-283BD5D232EC}"/>
              </a:ext>
            </a:extLst>
          </p:cNvPr>
          <p:cNvSpPr>
            <a:spLocks noGrp="1"/>
          </p:cNvSpPr>
          <p:nvPr>
            <p:ph type="ftr" sz="quarter" idx="11"/>
          </p:nvPr>
        </p:nvSpPr>
        <p:spPr>
          <a:xfrm>
            <a:off x="1090941" y="6438900"/>
            <a:ext cx="3312004" cy="419100"/>
          </a:xfrm>
        </p:spPr>
        <p:txBody>
          <a:bodyPr/>
          <a:lstStyle/>
          <a:p>
            <a:r>
              <a:rPr lang="en-US"/>
              <a:t>Sample Footer Text</a:t>
            </a:r>
            <a:endParaRPr lang="en-US" dirty="0"/>
          </a:p>
        </p:txBody>
      </p:sp>
      <p:sp>
        <p:nvSpPr>
          <p:cNvPr id="3" name="Date Placeholder 4">
            <a:extLst>
              <a:ext uri="{FF2B5EF4-FFF2-40B4-BE49-F238E27FC236}">
                <a16:creationId xmlns:a16="http://schemas.microsoft.com/office/drawing/2014/main" id="{17475061-2831-1993-95F3-3031A57F1454}"/>
              </a:ext>
            </a:extLst>
          </p:cNvPr>
          <p:cNvSpPr>
            <a:spLocks noGrp="1"/>
          </p:cNvSpPr>
          <p:nvPr>
            <p:ph type="dt" sz="half" idx="15"/>
          </p:nvPr>
        </p:nvSpPr>
        <p:spPr>
          <a:xfrm>
            <a:off x="4493151" y="6438900"/>
            <a:ext cx="864704" cy="419100"/>
          </a:xfrm>
        </p:spPr>
        <p:txBody>
          <a:bodyPr/>
          <a:lstStyle/>
          <a:p>
            <a:fld id="{2ABAD28B-DD56-4B56-883A-96608C765E28}" type="datetimeFigureOut">
              <a:rPr lang="en-US" smtClean="0"/>
              <a:pPr/>
              <a:t>4/29/2026</a:t>
            </a:fld>
            <a:endParaRPr lang="en-US" dirty="0"/>
          </a:p>
        </p:txBody>
      </p:sp>
      <p:sp>
        <p:nvSpPr>
          <p:cNvPr id="7" name="Slide Number Placeholder 5">
            <a:extLst>
              <a:ext uri="{FF2B5EF4-FFF2-40B4-BE49-F238E27FC236}">
                <a16:creationId xmlns:a16="http://schemas.microsoft.com/office/drawing/2014/main" id="{AA14588C-2112-9C19-7A4F-9706756316DE}"/>
              </a:ext>
            </a:extLst>
          </p:cNvPr>
          <p:cNvSpPr>
            <a:spLocks noGrp="1"/>
          </p:cNvSpPr>
          <p:nvPr>
            <p:ph type="sldNum" sz="quarter" idx="12"/>
          </p:nvPr>
        </p:nvSpPr>
        <p:spPr>
          <a:xfrm>
            <a:off x="5366019" y="6438900"/>
            <a:ext cx="601436" cy="419100"/>
          </a:xfrm>
        </p:spPr>
        <p:txBody>
          <a:bodyPr/>
          <a:lstStyle/>
          <a:p>
            <a:fld id="{AEAA3239-9EA4-4A65-A281-97F994456D9F}" type="slidenum">
              <a:rPr lang="en-US" smtClean="0"/>
              <a:t>‹#›</a:t>
            </a:fld>
            <a:endParaRPr lang="en-US"/>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096000" y="2286008"/>
            <a:ext cx="6096000" cy="457199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3242211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C7A501-810E-43B8-6142-56CF2DD390A0}"/>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1" name="Content Placeholder 7">
            <a:extLst>
              <a:ext uri="{FF2B5EF4-FFF2-40B4-BE49-F238E27FC236}">
                <a16:creationId xmlns:a16="http://schemas.microsoft.com/office/drawing/2014/main" id="{FFBA175C-D562-25E3-032D-477540223664}"/>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5">
            <a:extLst>
              <a:ext uri="{FF2B5EF4-FFF2-40B4-BE49-F238E27FC236}">
                <a16:creationId xmlns:a16="http://schemas.microsoft.com/office/drawing/2014/main" id="{66CA4FE8-A575-44AF-2D37-5A551B6953FD}"/>
              </a:ext>
            </a:extLst>
          </p:cNvPr>
          <p:cNvSpPr>
            <a:spLocks noGrp="1"/>
          </p:cNvSpPr>
          <p:nvPr>
            <p:ph type="pic" sz="quarter" idx="13" hasCustomPrompt="1"/>
          </p:nvPr>
        </p:nvSpPr>
        <p:spPr>
          <a:xfrm>
            <a:off x="6096000" y="2286008"/>
            <a:ext cx="5472260" cy="403396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cxnSp>
        <p:nvCxnSpPr>
          <p:cNvPr id="13" name="Straight Connector 12">
            <a:extLst>
              <a:ext uri="{FF2B5EF4-FFF2-40B4-BE49-F238E27FC236}">
                <a16:creationId xmlns:a16="http://schemas.microsoft.com/office/drawing/2014/main" id="{162FC458-AD46-D16B-DA22-2B3ED9D3A2B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BA7B643-7883-8028-6ECF-5692E3171384}"/>
              </a:ext>
            </a:extLst>
          </p:cNvPr>
          <p:cNvSpPr>
            <a:spLocks noGrp="1"/>
          </p:cNvSpPr>
          <p:nvPr>
            <p:ph type="dt" sz="half" idx="15"/>
          </p:nvPr>
        </p:nvSpPr>
        <p:spPr/>
        <p:txBody>
          <a:bodyPr/>
          <a:lstStyle/>
          <a:p>
            <a:fld id="{2ABAD28B-DD56-4B56-883A-96608C765E28}" type="datetimeFigureOut">
              <a:rPr lang="en-US" smtClean="0"/>
              <a:pPr/>
              <a:t>4/29/2026</a:t>
            </a:fld>
            <a:endParaRPr lang="en-US" dirty="0"/>
          </a:p>
        </p:txBody>
      </p:sp>
      <p:sp>
        <p:nvSpPr>
          <p:cNvPr id="3" name="Footer Placeholder 2">
            <a:extLst>
              <a:ext uri="{FF2B5EF4-FFF2-40B4-BE49-F238E27FC236}">
                <a16:creationId xmlns:a16="http://schemas.microsoft.com/office/drawing/2014/main" id="{C0881F55-F029-7591-FDF9-168F3C85A65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2BD88C49-7B47-A791-77EE-3E97DBBC9AC1}"/>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0287247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04083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735FAB-6C69-9305-A8CD-D9A2ADB4CBD4}"/>
              </a:ext>
            </a:extLst>
          </p:cNvPr>
          <p:cNvSpPr>
            <a:spLocks noGrp="1"/>
          </p:cNvSpPr>
          <p:nvPr>
            <p:ph type="title"/>
          </p:nvPr>
        </p:nvSpPr>
        <p:spPr>
          <a:xfrm>
            <a:off x="1090940" y="1120990"/>
            <a:ext cx="4194291"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0C28B273-3A6A-8E26-2D29-29957F83B5B4}"/>
              </a:ext>
            </a:extLst>
          </p:cNvPr>
          <p:cNvSpPr>
            <a:spLocks noGrp="1"/>
          </p:cNvSpPr>
          <p:nvPr>
            <p:ph type="pic" sz="quarter" idx="15" hasCustomPrompt="1"/>
          </p:nvPr>
        </p:nvSpPr>
        <p:spPr>
          <a:xfrm>
            <a:off x="1181100" y="2840181"/>
            <a:ext cx="4104132"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263ECDE9-389D-5CB3-FE9B-8EFC501599B5}"/>
              </a:ext>
            </a:extLst>
          </p:cNvPr>
          <p:cNvSpPr>
            <a:spLocks noGrp="1"/>
          </p:cNvSpPr>
          <p:nvPr>
            <p:ph sz="quarter" idx="16"/>
          </p:nvPr>
        </p:nvSpPr>
        <p:spPr>
          <a:xfrm>
            <a:off x="5571977" y="1120989"/>
            <a:ext cx="6143988" cy="516551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4/29/2026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13" name="Straight Connector 12">
            <a:extLst>
              <a:ext uri="{FF2B5EF4-FFF2-40B4-BE49-F238E27FC236}">
                <a16:creationId xmlns:a16="http://schemas.microsoft.com/office/drawing/2014/main" id="{756A3193-AC76-4E78-CD10-F173CED7D4E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189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8">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4/29/2026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514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48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2">
    <p:bg>
      <p:bgPr>
        <a:solidFill>
          <a:schemeClr val="tx1"/>
        </a:solidFill>
        <a:effectLst/>
      </p:bgPr>
    </p:bg>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B6AA5ABE-1DAA-140F-061D-F98431F5FB12}"/>
              </a:ext>
            </a:extLst>
          </p:cNvPr>
          <p:cNvSpPr>
            <a:spLocks noGrp="1"/>
          </p:cNvSpPr>
          <p:nvPr>
            <p:ph type="title"/>
          </p:nvPr>
        </p:nvSpPr>
        <p:spPr>
          <a:xfrm>
            <a:off x="2377440" y="4809744"/>
            <a:ext cx="7525512" cy="1545336"/>
          </a:xfrm>
        </p:spPr>
        <p:txBody>
          <a:bodyPr anchor="t">
            <a:normAutofit/>
          </a:bodyPr>
          <a:lstStyle>
            <a:lvl1pPr algn="ctr">
              <a:defRPr sz="2000" b="0" cap="none" baseline="0">
                <a:solidFill>
                  <a:schemeClr val="bg1"/>
                </a:solidFill>
              </a:defRPr>
            </a:lvl1pPr>
          </a:lstStyle>
          <a:p>
            <a:r>
              <a:rPr lang="en-US"/>
              <a:t>Click to edit Master title style</a:t>
            </a:r>
          </a:p>
        </p:txBody>
      </p:sp>
      <p:sp>
        <p:nvSpPr>
          <p:cNvPr id="7" name="Content Placeholder 9">
            <a:extLst>
              <a:ext uri="{FF2B5EF4-FFF2-40B4-BE49-F238E27FC236}">
                <a16:creationId xmlns:a16="http://schemas.microsoft.com/office/drawing/2014/main" id="{C37BF13F-F73B-BAD2-4508-876DA49EFA61}"/>
              </a:ext>
            </a:extLst>
          </p:cNvPr>
          <p:cNvSpPr>
            <a:spLocks noGrp="1"/>
          </p:cNvSpPr>
          <p:nvPr>
            <p:ph sz="quarter" idx="13" hasCustomPrompt="1"/>
          </p:nvPr>
        </p:nvSpPr>
        <p:spPr>
          <a:xfrm>
            <a:off x="822960" y="603504"/>
            <a:ext cx="10543032" cy="4206240"/>
          </a:xfrm>
        </p:spPr>
        <p:txBody>
          <a:bodyPr anchor="b">
            <a:noAutofit/>
          </a:bodyPr>
          <a:lstStyle>
            <a:lvl1pPr algn="ctr">
              <a:lnSpc>
                <a:spcPct val="85000"/>
              </a:lnSpc>
              <a:defRPr sz="232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77A7CDD-9512-40CC-9351-FC0DE186CFBD}" type="datetime1">
              <a:rPr lang="en-US" smtClean="0"/>
              <a:pPr/>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1066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2BF491B-1AFE-7CD8-0B38-954C4D0021E7}"/>
              </a:ext>
            </a:extLst>
          </p:cNvPr>
          <p:cNvSpPr>
            <a:spLocks noGrp="1"/>
          </p:cNvSpPr>
          <p:nvPr>
            <p:ph type="title"/>
          </p:nvPr>
        </p:nvSpPr>
        <p:spPr>
          <a:xfrm>
            <a:off x="1088136" y="4297680"/>
            <a:ext cx="7525512" cy="1545336"/>
          </a:xfrm>
        </p:spPr>
        <p:txBody>
          <a:bodyPr anchor="b">
            <a:normAutofit/>
          </a:bodyPr>
          <a:lstStyle>
            <a:lvl1pPr>
              <a:defRPr sz="2000" b="0" cap="none" baseline="0"/>
            </a:lvl1pPr>
          </a:lstStyle>
          <a:p>
            <a:r>
              <a:rPr lang="en-US"/>
              <a:t>Click to edit Master title style</a:t>
            </a:r>
          </a:p>
        </p:txBody>
      </p:sp>
      <p:sp>
        <p:nvSpPr>
          <p:cNvPr id="8" name="Content Placeholder 9">
            <a:extLst>
              <a:ext uri="{FF2B5EF4-FFF2-40B4-BE49-F238E27FC236}">
                <a16:creationId xmlns:a16="http://schemas.microsoft.com/office/drawing/2014/main" id="{52FCE1AA-B772-B201-9710-EF4E78417EBA}"/>
              </a:ext>
            </a:extLst>
          </p:cNvPr>
          <p:cNvSpPr>
            <a:spLocks noGrp="1"/>
          </p:cNvSpPr>
          <p:nvPr>
            <p:ph sz="quarter" idx="13" hasCustomPrompt="1"/>
          </p:nvPr>
        </p:nvSpPr>
        <p:spPr>
          <a:xfrm>
            <a:off x="1002790" y="417576"/>
            <a:ext cx="10713173" cy="3706364"/>
          </a:xfrm>
        </p:spPr>
        <p:txBody>
          <a:bodyPr anchor="b">
            <a:noAutofit/>
          </a:bodyPr>
          <a:lstStyle>
            <a:lvl1pPr>
              <a:lnSpc>
                <a:spcPct val="85000"/>
              </a:lnSpc>
              <a:defRPr sz="23200" b="1">
                <a:solidFill>
                  <a:schemeClr val="tx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2612899A-E63A-CD12-F97C-A2FA6094E56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256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4/29/2026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761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solidFill>
                  <a:schemeClr val="bg1"/>
                </a:solidFill>
              </a:defRPr>
            </a:lvl1pPr>
            <a:lvl2pPr marL="228600" indent="0">
              <a:lnSpc>
                <a:spcPct val="90000"/>
              </a:lnSpc>
              <a:buNone/>
              <a:defRPr sz="6000" b="1">
                <a:solidFill>
                  <a:schemeClr val="bg1"/>
                </a:solidFill>
              </a:defRPr>
            </a:lvl2pPr>
            <a:lvl3pPr marL="457200" indent="0">
              <a:lnSpc>
                <a:spcPct val="90000"/>
              </a:lnSpc>
              <a:buNone/>
              <a:defRPr sz="6000" b="1">
                <a:solidFill>
                  <a:schemeClr val="bg1"/>
                </a:solidFill>
              </a:defRPr>
            </a:lvl3pPr>
            <a:lvl4pPr marL="685800" indent="0">
              <a:lnSpc>
                <a:spcPct val="90000"/>
              </a:lnSpc>
              <a:buNone/>
              <a:defRPr sz="6000" b="1">
                <a:solidFill>
                  <a:schemeClr val="bg1"/>
                </a:solidFill>
              </a:defRPr>
            </a:lvl4pPr>
            <a:lvl5pPr marL="914400" indent="0">
              <a:lnSpc>
                <a:spcPct val="9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507735E4-737B-43D4-B991-92C3D63DE68F}" type="datetime1">
              <a:rPr lang="en-US" smtClean="0"/>
              <a:pPr/>
              <a:t>4/29/2026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08E120EF-96AD-49A8-BA09-D58A87141B9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5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6" name="Content Placeholder 6">
            <a:extLst>
              <a:ext uri="{FF2B5EF4-FFF2-40B4-BE49-F238E27FC236}">
                <a16:creationId xmlns:a16="http://schemas.microsoft.com/office/drawing/2014/main" id="{BC837C73-FD1C-6BC3-42AE-E47123E09474}"/>
              </a:ext>
            </a:extLst>
          </p:cNvPr>
          <p:cNvSpPr>
            <a:spLocks noGrp="1"/>
          </p:cNvSpPr>
          <p:nvPr>
            <p:ph sz="quarter" idx="13" hasCustomPrompt="1"/>
          </p:nvPr>
        </p:nvSpPr>
        <p:spPr>
          <a:xfrm>
            <a:off x="1088136" y="962895"/>
            <a:ext cx="9418320" cy="5070068"/>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4/29/2026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79C237F4-1671-5EFD-3EAE-BEA28978BBA6}"/>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213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485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1792072-4C91-C8F5-8610-85D14AF776EF}"/>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9" name="Content Placeholder 9">
            <a:extLst>
              <a:ext uri="{FF2B5EF4-FFF2-40B4-BE49-F238E27FC236}">
                <a16:creationId xmlns:a16="http://schemas.microsoft.com/office/drawing/2014/main" id="{5C136A94-B9AF-C114-ADA5-F7C4F9C6BB46}"/>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BA1285-A10F-FAE9-76E3-2B86ABE5A10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4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bg>
      <p:bgRef idx="1002">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23297E-8165-FAA9-BD47-048A40470A95}"/>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8" name="Content Placeholder 9">
            <a:extLst>
              <a:ext uri="{FF2B5EF4-FFF2-40B4-BE49-F238E27FC236}">
                <a16:creationId xmlns:a16="http://schemas.microsoft.com/office/drawing/2014/main" id="{EB06CB5A-8941-99F2-1165-02A2756457AA}"/>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4/29/2026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E632116-9F85-9512-0994-6B728E08093B}"/>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9749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01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78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76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4/29/2026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1643845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A6BBA35-FE70-186E-0D41-43FF7DB180B5}"/>
              </a:ext>
            </a:extLst>
          </p:cNvPr>
          <p:cNvSpPr>
            <a:spLocks noGrp="1"/>
          </p:cNvSpPr>
          <p:nvPr>
            <p:ph type="title"/>
          </p:nvPr>
        </p:nvSpPr>
        <p:spPr>
          <a:xfrm>
            <a:off x="1090940" y="1114007"/>
            <a:ext cx="3595634" cy="1757505"/>
          </a:xfrm>
        </p:spPr>
        <p:txBody>
          <a:bodyPr anchor="t">
            <a:normAutofit/>
          </a:bodyPr>
          <a:lstStyle>
            <a:lvl1pPr>
              <a:defRPr sz="3600"/>
            </a:lvl1pPr>
          </a:lstStyle>
          <a:p>
            <a:r>
              <a:rPr lang="en-US" dirty="0"/>
              <a:t>Click to edit Master title style</a:t>
            </a:r>
          </a:p>
        </p:txBody>
      </p:sp>
      <p:sp>
        <p:nvSpPr>
          <p:cNvPr id="10" name="Text Placeholder 3">
            <a:extLst>
              <a:ext uri="{FF2B5EF4-FFF2-40B4-BE49-F238E27FC236}">
                <a16:creationId xmlns:a16="http://schemas.microsoft.com/office/drawing/2014/main" id="{866776A3-4932-D86F-96CB-5A080182B290}"/>
              </a:ext>
            </a:extLst>
          </p:cNvPr>
          <p:cNvSpPr>
            <a:spLocks noGrp="1"/>
          </p:cNvSpPr>
          <p:nvPr>
            <p:ph type="body" sz="half" idx="2"/>
          </p:nvPr>
        </p:nvSpPr>
        <p:spPr>
          <a:xfrm>
            <a:off x="1090940" y="3151191"/>
            <a:ext cx="3595634" cy="3124195"/>
          </a:xfrm>
        </p:spPr>
        <p:txBody>
          <a:bodyPr anchor="t">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Content Placeholder 2">
            <a:extLst>
              <a:ext uri="{FF2B5EF4-FFF2-40B4-BE49-F238E27FC236}">
                <a16:creationId xmlns:a16="http://schemas.microsoft.com/office/drawing/2014/main" id="{AF432AC3-A40E-E003-2947-B99A796F9E5A}"/>
              </a:ext>
            </a:extLst>
          </p:cNvPr>
          <p:cNvSpPr>
            <a:spLocks noGrp="1"/>
          </p:cNvSpPr>
          <p:nvPr>
            <p:ph idx="1"/>
          </p:nvPr>
        </p:nvSpPr>
        <p:spPr>
          <a:xfrm>
            <a:off x="5275706" y="1114007"/>
            <a:ext cx="6440258" cy="5161380"/>
          </a:xfrm>
        </p:spPr>
        <p:txBody>
          <a:bodyPr vert="horz" lIns="91440" tIns="45720" rIns="91440" bIns="45720" rtlCol="0">
            <a:normAutofit/>
          </a:bodyPr>
          <a:lstStyle>
            <a:lvl1pPr>
              <a:lnSpc>
                <a:spcPct val="100000"/>
              </a:lnSpc>
              <a:defRPr lang="en-US" dirty="0"/>
            </a:lvl1pPr>
            <a:lvl2pPr>
              <a:lnSpc>
                <a:spcPct val="100000"/>
              </a:lnSpc>
              <a:defRPr lang="en-US" dirty="0"/>
            </a:lvl2pPr>
            <a:lvl3pPr>
              <a:lnSpc>
                <a:spcPct val="100000"/>
              </a:lnSpc>
              <a:defRPr lang="en-US" dirty="0"/>
            </a:lvl3pPr>
            <a:lvl4pPr>
              <a:lnSpc>
                <a:spcPct val="100000"/>
              </a:lnSpc>
              <a:defRPr lang="en-US" dirty="0"/>
            </a:lvl4pPr>
            <a:lvl5pPr>
              <a:lnSpc>
                <a:spcPct val="100000"/>
              </a:lnSpc>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4/29/2026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29DA9D5E-44AB-AC59-BF1B-0A23217D6ED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5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608BFB-2ED8-159F-6A27-89452808DC50}"/>
              </a:ext>
            </a:extLst>
          </p:cNvPr>
          <p:cNvSpPr>
            <a:spLocks noGrp="1"/>
          </p:cNvSpPr>
          <p:nvPr>
            <p:ph type="title"/>
          </p:nvPr>
        </p:nvSpPr>
        <p:spPr>
          <a:xfrm>
            <a:off x="1090940" y="1121098"/>
            <a:ext cx="3595634" cy="1585660"/>
          </a:xfrm>
        </p:spPr>
        <p:txBody>
          <a:bodyPr anchor="t">
            <a:normAutofit/>
          </a:bodyPr>
          <a:lstStyle>
            <a:lvl1pPr>
              <a:defRPr sz="3600"/>
            </a:lvl1pPr>
          </a:lstStyle>
          <a:p>
            <a:r>
              <a:rPr lang="en-US" dirty="0"/>
              <a:t>Click to edit Master title style</a:t>
            </a:r>
          </a:p>
        </p:txBody>
      </p:sp>
      <p:sp>
        <p:nvSpPr>
          <p:cNvPr id="9" name="Text Placeholder 3">
            <a:extLst>
              <a:ext uri="{FF2B5EF4-FFF2-40B4-BE49-F238E27FC236}">
                <a16:creationId xmlns:a16="http://schemas.microsoft.com/office/drawing/2014/main" id="{8CDE9255-016B-D7F7-ECF1-C39D5F73C898}"/>
              </a:ext>
            </a:extLst>
          </p:cNvPr>
          <p:cNvSpPr>
            <a:spLocks noGrp="1"/>
          </p:cNvSpPr>
          <p:nvPr>
            <p:ph type="body" sz="half" idx="2"/>
          </p:nvPr>
        </p:nvSpPr>
        <p:spPr>
          <a:xfrm>
            <a:off x="1090940" y="2812473"/>
            <a:ext cx="3585586" cy="3328922"/>
          </a:xfr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1917ECD0-1364-5EE8-D8DC-C5D439E04572}"/>
              </a:ext>
            </a:extLst>
          </p:cNvPr>
          <p:cNvSpPr>
            <a:spLocks noGrp="1"/>
          </p:cNvSpPr>
          <p:nvPr>
            <p:ph type="pic" idx="1" hasCustomPrompt="1"/>
          </p:nvPr>
        </p:nvSpPr>
        <p:spPr>
          <a:xfrm>
            <a:off x="5576327" y="1143000"/>
            <a:ext cx="6139637" cy="4998395"/>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4/29/2026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515600" y="6438900"/>
            <a:ext cx="609600" cy="419100"/>
          </a:xfr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747B791B-0FFC-B470-22DF-BCA62BD9859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6439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4/29/2026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334043"/>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4/29/2026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0130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CD39DEB-067C-9D79-3029-F27DEA1D48E1}"/>
              </a:ext>
            </a:extLst>
          </p:cNvPr>
          <p:cNvSpPr>
            <a:spLocks noGrp="1"/>
          </p:cNvSpPr>
          <p:nvPr>
            <p:ph type="title"/>
          </p:nvPr>
        </p:nvSpPr>
        <p:spPr>
          <a:xfrm>
            <a:off x="82296" y="64009"/>
            <a:ext cx="12015216" cy="3364989"/>
          </a:xfrm>
        </p:spPr>
        <p:txBody>
          <a:bodyPr anchor="t" anchorCtr="0">
            <a:noAutofit/>
          </a:bodyPr>
          <a:lstStyle>
            <a:lvl1pPr>
              <a:defRPr sz="8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4647304" y="3673928"/>
            <a:ext cx="6477896" cy="2180771"/>
          </a:xfrm>
        </p:spPr>
        <p:txBody>
          <a:bodyPr anchor="b">
            <a:noAutofit/>
          </a:bodyPr>
          <a:lstStyle>
            <a:lvl1pPr marL="0" indent="0" algn="r">
              <a:lnSpc>
                <a:spcPct val="100000"/>
              </a:lnSpc>
              <a:buNone/>
              <a:defRPr sz="2000">
                <a:solidFill>
                  <a:schemeClr val="tx1"/>
                </a:solidFill>
              </a:defRPr>
            </a:lvl1pPr>
            <a:lvl2pPr marL="228600" indent="0" algn="r">
              <a:lnSpc>
                <a:spcPct val="100000"/>
              </a:lnSpc>
              <a:buNone/>
              <a:defRPr sz="2000">
                <a:solidFill>
                  <a:schemeClr val="tx1"/>
                </a:solidFill>
              </a:defRPr>
            </a:lvl2pPr>
            <a:lvl3pPr marL="457200" indent="0" algn="r">
              <a:lnSpc>
                <a:spcPct val="100000"/>
              </a:lnSpc>
              <a:buNone/>
              <a:defRPr sz="2000">
                <a:solidFill>
                  <a:schemeClr val="tx1"/>
                </a:solidFill>
              </a:defRPr>
            </a:lvl3pPr>
            <a:lvl4pPr marL="685800" indent="0" algn="r">
              <a:lnSpc>
                <a:spcPct val="100000"/>
              </a:lnSpc>
              <a:buNone/>
              <a:defRPr sz="2000">
                <a:solidFill>
                  <a:schemeClr val="tx1"/>
                </a:solidFill>
              </a:defRPr>
            </a:lvl4pPr>
            <a:lvl5pPr marL="914400" indent="0" algn="r">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4/29/2026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23ED45B0-E181-14EB-63CB-0A76273817B5}"/>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5211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4/29/2026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969869501"/>
      </p:ext>
    </p:extLst>
  </p:cSld>
  <p:clrMap bg1="lt1" tx1="dk1" bg2="lt2" tx2="dk2" accent1="accent1" accent2="accent2" accent3="accent3" accent4="accent4" accent5="accent5" accent6="accent6" hlink="hlink" folHlink="folHlink"/>
  <p:sldLayoutIdLst>
    <p:sldLayoutId id="2147483727" r:id="rId1"/>
    <p:sldLayoutId id="2147483730" r:id="rId2"/>
    <p:sldLayoutId id="2147483726" r:id="rId3"/>
    <p:sldLayoutId id="2147483737" r:id="rId4"/>
    <p:sldLayoutId id="2147483728" r:id="rId5"/>
    <p:sldLayoutId id="2147483729" r:id="rId6"/>
    <p:sldLayoutId id="2147483738" r:id="rId7"/>
    <p:sldLayoutId id="2147483789" r:id="rId8"/>
    <p:sldLayoutId id="2147483818" r:id="rId9"/>
    <p:sldLayoutId id="2147483819" r:id="rId10"/>
    <p:sldLayoutId id="2147483820" r:id="rId11"/>
    <p:sldLayoutId id="2147483731" r:id="rId12"/>
    <p:sldLayoutId id="2147483743" r:id="rId13"/>
    <p:sldLayoutId id="2147483788" r:id="rId14"/>
    <p:sldLayoutId id="2147483792" r:id="rId15"/>
    <p:sldLayoutId id="2147483793" r:id="rId16"/>
    <p:sldLayoutId id="2147483794" r:id="rId17"/>
    <p:sldLayoutId id="2147483795" r:id="rId18"/>
    <p:sldLayoutId id="2147483796" r:id="rId19"/>
    <p:sldLayoutId id="2147483797" r:id="rId20"/>
    <p:sldLayoutId id="2147483816" r:id="rId21"/>
    <p:sldLayoutId id="2147483817" r:id="rId22"/>
    <p:sldLayoutId id="2147483814" r:id="rId23"/>
    <p:sldLayoutId id="2147483815" r:id="rId24"/>
    <p:sldLayoutId id="2147483812" r:id="rId25"/>
    <p:sldLayoutId id="2147483813" r:id="rId26"/>
    <p:sldLayoutId id="2147483811" r:id="rId27"/>
    <p:sldLayoutId id="2147483810" r:id="rId28"/>
    <p:sldLayoutId id="2147483809" r:id="rId29"/>
    <p:sldLayoutId id="2147483808" r:id="rId30"/>
    <p:sldLayoutId id="2147483807" r:id="rId31"/>
    <p:sldLayoutId id="2147483806" r:id="rId32"/>
    <p:sldLayoutId id="2147483805" r:id="rId33"/>
    <p:sldLayoutId id="2147483803" r:id="rId34"/>
    <p:sldLayoutId id="2147483804" r:id="rId35"/>
    <p:sldLayoutId id="2147483802" r:id="rId36"/>
    <p:sldLayoutId id="2147483801" r:id="rId37"/>
    <p:sldLayoutId id="2147483768" r:id="rId38"/>
    <p:sldLayoutId id="2147483769" r:id="rId39"/>
    <p:sldLayoutId id="2147483770" r:id="rId40"/>
    <p:sldLayoutId id="2147483771" r:id="rId41"/>
    <p:sldLayoutId id="2147483774" r:id="rId42"/>
    <p:sldLayoutId id="2147483800" r:id="rId43"/>
    <p:sldLayoutId id="2147483821" r:id="rId44"/>
    <p:sldLayoutId id="2147483775" r:id="rId45"/>
    <p:sldLayoutId id="2147483776" r:id="rId46"/>
    <p:sldLayoutId id="2147483778" r:id="rId47"/>
    <p:sldLayoutId id="2147483798" r:id="rId48"/>
    <p:sldLayoutId id="2147483799" r:id="rId49"/>
    <p:sldLayoutId id="2147483734" r:id="rId50"/>
    <p:sldLayoutId id="2147483782" r:id="rId51"/>
    <p:sldLayoutId id="2147483783" r:id="rId52"/>
    <p:sldLayoutId id="2147483784" r:id="rId53"/>
    <p:sldLayoutId id="2147483785" r:id="rId54"/>
    <p:sldLayoutId id="2147483786" r:id="rId55"/>
    <p:sldLayoutId id="2147483822" r:id="rId56"/>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userDrawn="1">
          <p15:clr>
            <a:srgbClr val="F26B43"/>
          </p15:clr>
        </p15:guide>
        <p15:guide id="8" pos="6936">
          <p15:clr>
            <a:srgbClr val="F26B43"/>
          </p15:clr>
        </p15:guide>
        <p15:guide id="10" orient="horz" pos="720">
          <p15:clr>
            <a:srgbClr val="F26B43"/>
          </p15:clr>
        </p15:guide>
        <p15:guide id="14" pos="6624" userDrawn="1">
          <p15:clr>
            <a:srgbClr val="F26B43"/>
          </p15:clr>
        </p15:guide>
        <p15:guide id="22" orient="horz" pos="360">
          <p15:clr>
            <a:srgbClr val="F26B43"/>
          </p15:clr>
        </p15:guide>
        <p15:guide id="23" orient="horz" pos="3960" userDrawn="1">
          <p15:clr>
            <a:srgbClr val="F26B43"/>
          </p15:clr>
        </p15:guide>
        <p15:guide id="24" orient="horz" pos="2160" userDrawn="1">
          <p15:clr>
            <a:srgbClr val="F26B43"/>
          </p15:clr>
        </p15:guide>
        <p15:guide id="25" pos="7680" userDrawn="1">
          <p15:clr>
            <a:srgbClr val="F26B43"/>
          </p15:clr>
        </p15:guide>
        <p15:guide id="26" pos="3840" userDrawn="1">
          <p15:clr>
            <a:srgbClr val="F26B43"/>
          </p15:clr>
        </p15:guide>
        <p15:guide id="27" pos="6168" userDrawn="1">
          <p15:clr>
            <a:srgbClr val="F26B43"/>
          </p15:clr>
        </p15:guide>
        <p15:guide id="28" pos="672" userDrawn="1">
          <p15:clr>
            <a:srgbClr val="F26B43"/>
          </p15:clr>
        </p15:guide>
        <p15:guide id="29" pos="7008" userDrawn="1">
          <p15:clr>
            <a:srgbClr val="F26B43"/>
          </p15:clr>
        </p15:guide>
        <p15:guide id="30" orient="horz" pos="4056" userDrawn="1">
          <p15:clr>
            <a:srgbClr val="F26B43"/>
          </p15:clr>
        </p15:guide>
        <p15:guide id="31"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mitchnode/reanimated-prototyp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swmansion.com/react-native-reanimated/docs/fundamentals/your-first-animation#using-an-animation-function"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docs.expo.dev/versions/latest/sdk/audio/#recording-sounds" TargetMode="External"/><Relationship Id="rId4" Type="http://schemas.openxmlformats.org/officeDocument/2006/relationships/hyperlink" Target="https://docs.swmansion.com/react-native-reanimated/docs/device/useAnimatedSensor#exampl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hyperlink" Target="https://docs.swmansion.com/react-native-worklets/" TargetMode="External"/><Relationship Id="rId7" Type="http://schemas.openxmlformats.org/officeDocument/2006/relationships/hyperlink" Target="https://docs.swmansion.com/react-native-reanimated/docs/device/useAnimatedSensor" TargetMode="External"/><Relationship Id="rId2" Type="http://schemas.openxmlformats.org/officeDocument/2006/relationships/hyperlink" Target="https://docs.swmansion.com/react-native-reanimated/" TargetMode="External"/><Relationship Id="rId1" Type="http://schemas.openxmlformats.org/officeDocument/2006/relationships/slideLayout" Target="../slideLayouts/slideLayout2.xml"/><Relationship Id="rId6" Type="http://schemas.openxmlformats.org/officeDocument/2006/relationships/hyperlink" Target="https://docs.swmansion.com/react-native-reanimated/docs/fundamentals/your-first-animation#using-an-animation-function" TargetMode="External"/><Relationship Id="rId5" Type="http://schemas.openxmlformats.org/officeDocument/2006/relationships/hyperlink" Target="https://docs.expo.dev/versions/latest/sdk/sensors/" TargetMode="External"/><Relationship Id="rId4" Type="http://schemas.openxmlformats.org/officeDocument/2006/relationships/hyperlink" Target="https://docs.expo.dev/versions/latest/sdk/aud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9981-DA40-D21F-B904-E50D9505F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71523-190F-8DC6-E562-0B00DA7D26E3}"/>
              </a:ext>
            </a:extLst>
          </p:cNvPr>
          <p:cNvSpPr>
            <a:spLocks noGrp="1"/>
          </p:cNvSpPr>
          <p:nvPr>
            <p:ph type="title"/>
          </p:nvPr>
        </p:nvSpPr>
        <p:spPr>
          <a:xfrm>
            <a:off x="82296" y="64007"/>
            <a:ext cx="12015216" cy="5120639"/>
          </a:xfrm>
        </p:spPr>
        <p:txBody>
          <a:bodyPr>
            <a:normAutofit/>
          </a:bodyPr>
          <a:lstStyle/>
          <a:p>
            <a:r>
              <a:rPr lang="en-US" sz="7200" dirty="0"/>
              <a:t>Sensor </a:t>
            </a:r>
            <a:r>
              <a:rPr lang="en-AU" sz="7200"/>
              <a:t>visualisation</a:t>
            </a:r>
            <a:br>
              <a:rPr lang="en-US" sz="7200" dirty="0"/>
            </a:br>
            <a:r>
              <a:rPr lang="en-US" sz="7200"/>
              <a:t>with React Native </a:t>
            </a:r>
            <a:r>
              <a:rPr lang="en-US" sz="7200" dirty="0"/>
              <a:t>REANIMATED</a:t>
            </a:r>
          </a:p>
        </p:txBody>
      </p:sp>
      <p:sp>
        <p:nvSpPr>
          <p:cNvPr id="3" name="Subtitle 2">
            <a:extLst>
              <a:ext uri="{FF2B5EF4-FFF2-40B4-BE49-F238E27FC236}">
                <a16:creationId xmlns:a16="http://schemas.microsoft.com/office/drawing/2014/main" id="{00A44E73-E0C5-5975-D927-9F11100E52CB}"/>
              </a:ext>
            </a:extLst>
          </p:cNvPr>
          <p:cNvSpPr>
            <a:spLocks noGrp="1"/>
          </p:cNvSpPr>
          <p:nvPr>
            <p:ph type="subTitle" idx="1"/>
          </p:nvPr>
        </p:nvSpPr>
        <p:spPr>
          <a:xfrm>
            <a:off x="1088136" y="5360878"/>
            <a:ext cx="10037064" cy="566928"/>
          </a:xfrm>
        </p:spPr>
        <p:txBody>
          <a:bodyPr/>
          <a:lstStyle/>
          <a:p>
            <a:r>
              <a:rPr lang="en-US"/>
              <a:t>CSE3MAD Assessment 3</a:t>
            </a:r>
            <a:endParaRPr lang="en-US" dirty="0"/>
          </a:p>
        </p:txBody>
      </p:sp>
      <p:sp>
        <p:nvSpPr>
          <p:cNvPr id="4" name="TextBox 3">
            <a:extLst>
              <a:ext uri="{FF2B5EF4-FFF2-40B4-BE49-F238E27FC236}">
                <a16:creationId xmlns:a16="http://schemas.microsoft.com/office/drawing/2014/main" id="{6E1FECE2-8B02-BD90-0ADD-7D3C6B32FBDF}"/>
              </a:ext>
            </a:extLst>
          </p:cNvPr>
          <p:cNvSpPr txBox="1"/>
          <p:nvPr/>
        </p:nvSpPr>
        <p:spPr>
          <a:xfrm>
            <a:off x="8384604" y="6024358"/>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Name: Mitchell Collings</a:t>
            </a:r>
          </a:p>
          <a:p>
            <a:r>
              <a:rPr lang="en-GB"/>
              <a:t>Student No.: 21418838</a:t>
            </a:r>
            <a:endParaRPr lang="en-GB" dirty="0"/>
          </a:p>
        </p:txBody>
      </p:sp>
    </p:spTree>
    <p:extLst>
      <p:ext uri="{BB962C8B-B14F-4D97-AF65-F5344CB8AC3E}">
        <p14:creationId xmlns:p14="http://schemas.microsoft.com/office/powerpoint/2010/main" val="1813409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9F5C-EFFA-D4B2-6886-C03C9D180788}"/>
              </a:ext>
            </a:extLst>
          </p:cNvPr>
          <p:cNvSpPr>
            <a:spLocks noGrp="1"/>
          </p:cNvSpPr>
          <p:nvPr>
            <p:ph type="title"/>
          </p:nvPr>
        </p:nvSpPr>
        <p:spPr/>
        <p:txBody>
          <a:bodyPr/>
          <a:lstStyle/>
          <a:p>
            <a:r>
              <a:rPr lang="en-GB"/>
              <a:t>Feature selection </a:t>
            </a:r>
          </a:p>
        </p:txBody>
      </p:sp>
      <p:sp>
        <p:nvSpPr>
          <p:cNvPr id="3" name="Content Placeholder 2">
            <a:extLst>
              <a:ext uri="{FF2B5EF4-FFF2-40B4-BE49-F238E27FC236}">
                <a16:creationId xmlns:a16="http://schemas.microsoft.com/office/drawing/2014/main" id="{442D0887-01B9-F2CD-10A3-B6DDDBF66E72}"/>
              </a:ext>
            </a:extLst>
          </p:cNvPr>
          <p:cNvSpPr>
            <a:spLocks noGrp="1"/>
          </p:cNvSpPr>
          <p:nvPr>
            <p:ph idx="1"/>
          </p:nvPr>
        </p:nvSpPr>
        <p:spPr/>
        <p:txBody>
          <a:bodyPr vert="horz" lIns="91440" tIns="45720" rIns="91440" bIns="45720" rtlCol="0" anchor="t">
            <a:normAutofit/>
          </a:bodyPr>
          <a:lstStyle/>
          <a:p>
            <a:pPr marL="285750" indent="-285750">
              <a:buFont typeface="Arial" panose="020B0504020202020204" pitchFamily="34" charset="0"/>
              <a:buChar char="•"/>
            </a:pPr>
            <a:r>
              <a:rPr lang="en-GB" sz="2400"/>
              <a:t>React Native Reanimated library by Software Mansion</a:t>
            </a:r>
            <a:endParaRPr lang="en-US" sz="2400"/>
          </a:p>
          <a:p>
            <a:pPr marL="788670" lvl="1">
              <a:buFont typeface="Courier New" panose="020B0504020202020204" pitchFamily="34" charset="0"/>
              <a:buChar char="o"/>
            </a:pPr>
            <a:r>
              <a:rPr lang="en-GB" sz="2400" dirty="0" err="1"/>
              <a:t>useAnimatedSensor</a:t>
            </a:r>
            <a:r>
              <a:rPr lang="en-GB" sz="2400" dirty="0"/>
              <a:t> function.</a:t>
            </a:r>
          </a:p>
          <a:p>
            <a:pPr marL="560070" lvl="1" indent="0">
              <a:buNone/>
            </a:pPr>
            <a:endParaRPr lang="en-GB" sz="2400" dirty="0"/>
          </a:p>
          <a:p>
            <a:pPr marL="285750" indent="-285750">
              <a:buFont typeface="Arial" panose="020B0504020202020204" pitchFamily="34" charset="0"/>
              <a:buChar char="•"/>
            </a:pPr>
            <a:r>
              <a:rPr lang="en-GB" sz="2400" dirty="0"/>
              <a:t>Extends sensors </a:t>
            </a:r>
            <a:r>
              <a:rPr lang="en-GB" sz="2400"/>
              <a:t>usefulness</a:t>
            </a:r>
            <a:endParaRPr lang="en-GB" sz="2400" dirty="0"/>
          </a:p>
          <a:p>
            <a:pPr marL="285750" indent="-285750">
              <a:buFont typeface="Arial" panose="020B0504020202020204" pitchFamily="34" charset="0"/>
              <a:buChar char="•"/>
            </a:pPr>
            <a:endParaRPr lang="en-GB" sz="2400" dirty="0"/>
          </a:p>
          <a:p>
            <a:pPr marL="285750" indent="-285750">
              <a:buFont typeface="Arial" panose="020B0504020202020204" pitchFamily="34" charset="0"/>
              <a:buChar char="•"/>
            </a:pPr>
            <a:r>
              <a:rPr lang="en-GB" sz="2400"/>
              <a:t>Better understanding of sensor data</a:t>
            </a:r>
          </a:p>
        </p:txBody>
      </p:sp>
    </p:spTree>
    <p:extLst>
      <p:ext uri="{BB962C8B-B14F-4D97-AF65-F5344CB8AC3E}">
        <p14:creationId xmlns:p14="http://schemas.microsoft.com/office/powerpoint/2010/main" val="63872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87722-7BAB-7875-C5BE-0C4EEF3A8FB7}"/>
              </a:ext>
            </a:extLst>
          </p:cNvPr>
          <p:cNvSpPr>
            <a:spLocks noGrp="1"/>
          </p:cNvSpPr>
          <p:nvPr>
            <p:ph type="title"/>
          </p:nvPr>
        </p:nvSpPr>
        <p:spPr/>
        <p:txBody>
          <a:bodyPr/>
          <a:lstStyle/>
          <a:p>
            <a:r>
              <a:rPr lang="en-GB"/>
              <a:t>Required packages</a:t>
            </a:r>
          </a:p>
        </p:txBody>
      </p:sp>
      <p:sp>
        <p:nvSpPr>
          <p:cNvPr id="3" name="Content Placeholder 2">
            <a:extLst>
              <a:ext uri="{FF2B5EF4-FFF2-40B4-BE49-F238E27FC236}">
                <a16:creationId xmlns:a16="http://schemas.microsoft.com/office/drawing/2014/main" id="{7705BED6-78D2-AC6A-7B8B-4D0F4EFBC6E5}"/>
              </a:ext>
            </a:extLst>
          </p:cNvPr>
          <p:cNvSpPr>
            <a:spLocks noGrp="1"/>
          </p:cNvSpPr>
          <p:nvPr>
            <p:ph idx="1"/>
          </p:nvPr>
        </p:nvSpPr>
        <p:spPr/>
        <p:txBody>
          <a:bodyPr vert="horz" lIns="91440" tIns="45720" rIns="91440" bIns="45720" rtlCol="0" anchor="t">
            <a:normAutofit/>
          </a:bodyPr>
          <a:lstStyle/>
          <a:p>
            <a:pPr marL="285750" indent="-285750">
              <a:buFont typeface="Arial" panose="020B0504020202020204" pitchFamily="34" charset="0"/>
              <a:buChar char="•"/>
            </a:pPr>
            <a:r>
              <a:rPr lang="en-GB" sz="2400"/>
              <a:t>React Native Reanimated </a:t>
            </a:r>
            <a:r>
              <a:rPr lang="en-GB" sz="1200">
                <a:highlight>
                  <a:srgbClr val="FFFFFF"/>
                </a:highlight>
                <a:latin typeface="Times New Roman"/>
                <a:cs typeface="Times New Roman"/>
              </a:rPr>
              <a:t>(</a:t>
            </a:r>
            <a:r>
              <a:rPr lang="en-GB" sz="1200" i="1">
                <a:latin typeface="Times New Roman"/>
                <a:cs typeface="Times New Roman"/>
              </a:rPr>
              <a:t>React Native Reanimated</a:t>
            </a:r>
            <a:r>
              <a:rPr lang="en-GB" sz="1200">
                <a:highlight>
                  <a:srgbClr val="FFFFFF"/>
                </a:highlight>
                <a:latin typeface="Times New Roman"/>
                <a:cs typeface="Times New Roman"/>
              </a:rPr>
              <a:t>, 2026)</a:t>
            </a:r>
            <a:endParaRPr lang="en-GB" sz="2400" dirty="0"/>
          </a:p>
          <a:p>
            <a:pPr marL="285750" indent="-285750">
              <a:buFont typeface="Arial" panose="020B0504020202020204" pitchFamily="34" charset="0"/>
              <a:buChar char="•"/>
            </a:pPr>
            <a:endParaRPr lang="en-GB" sz="2400" dirty="0"/>
          </a:p>
          <a:p>
            <a:pPr marL="285750" indent="-285750">
              <a:buFont typeface="Arial" panose="020B0504020202020204" pitchFamily="34" charset="0"/>
              <a:buChar char="•"/>
            </a:pPr>
            <a:r>
              <a:rPr lang="en-GB" sz="2400"/>
              <a:t>React Native Worklets </a:t>
            </a:r>
            <a:r>
              <a:rPr lang="en-GB" sz="1200">
                <a:highlight>
                  <a:srgbClr val="FFFFFF"/>
                </a:highlight>
                <a:latin typeface="Times New Roman"/>
                <a:cs typeface="Times New Roman"/>
              </a:rPr>
              <a:t>(</a:t>
            </a:r>
            <a:r>
              <a:rPr lang="en-GB" sz="1200" i="1">
                <a:latin typeface="Times New Roman"/>
                <a:cs typeface="Times New Roman"/>
              </a:rPr>
              <a:t>React Native Worklets: Multithreading Engine for Your Apps and Libraries</a:t>
            </a:r>
            <a:r>
              <a:rPr lang="en-GB" sz="1200">
                <a:highlight>
                  <a:srgbClr val="FFFFFF"/>
                </a:highlight>
                <a:latin typeface="Times New Roman"/>
                <a:cs typeface="Times New Roman"/>
              </a:rPr>
              <a:t>, 2026)</a:t>
            </a:r>
          </a:p>
          <a:p>
            <a:pPr marL="285750" indent="-285750">
              <a:buFont typeface="Arial" panose="020B0504020202020204" pitchFamily="34" charset="0"/>
              <a:buChar char="•"/>
            </a:pPr>
            <a:endParaRPr lang="en-GB" sz="2400" dirty="0"/>
          </a:p>
          <a:p>
            <a:pPr marL="285750" indent="-285750">
              <a:buFont typeface="Arial" panose="020B0504020202020204" pitchFamily="34" charset="0"/>
              <a:buChar char="•"/>
            </a:pPr>
            <a:r>
              <a:rPr lang="en-GB" sz="2400"/>
              <a:t>Expo Audio </a:t>
            </a:r>
            <a:r>
              <a:rPr lang="en-GB" sz="1200">
                <a:highlight>
                  <a:srgbClr val="FFFFFF"/>
                </a:highlight>
                <a:latin typeface="Times New Roman"/>
                <a:cs typeface="Times New Roman"/>
              </a:rPr>
              <a:t>(</a:t>
            </a:r>
            <a:r>
              <a:rPr lang="en-GB" sz="1200" i="1">
                <a:latin typeface="Times New Roman"/>
                <a:cs typeface="Times New Roman"/>
              </a:rPr>
              <a:t>Audio (Expo-Audio)</a:t>
            </a:r>
            <a:r>
              <a:rPr lang="en-GB" sz="1200">
                <a:highlight>
                  <a:srgbClr val="FFFFFF"/>
                </a:highlight>
                <a:latin typeface="Times New Roman"/>
                <a:cs typeface="Times New Roman"/>
              </a:rPr>
              <a:t>, 2026)</a:t>
            </a:r>
          </a:p>
          <a:p>
            <a:pPr marL="285750" indent="-285750">
              <a:buFont typeface="Arial" panose="020B0504020202020204" pitchFamily="34" charset="0"/>
              <a:buChar char="•"/>
            </a:pPr>
            <a:endParaRPr lang="en-GB" sz="2400" dirty="0"/>
          </a:p>
          <a:p>
            <a:pPr marL="285750" indent="-285750">
              <a:buFont typeface="Arial" panose="020B0504020202020204" pitchFamily="34" charset="0"/>
              <a:buChar char="•"/>
            </a:pPr>
            <a:r>
              <a:rPr lang="en-GB" sz="2400"/>
              <a:t>Expo Sensors </a:t>
            </a:r>
            <a:r>
              <a:rPr lang="en-GB" sz="1200">
                <a:highlight>
                  <a:srgbClr val="FFFFFF"/>
                </a:highlight>
                <a:latin typeface="Times New Roman"/>
                <a:cs typeface="Times New Roman"/>
              </a:rPr>
              <a:t>(</a:t>
            </a:r>
            <a:r>
              <a:rPr lang="en-GB" sz="1200" i="1">
                <a:latin typeface="Times New Roman"/>
                <a:cs typeface="Times New Roman"/>
              </a:rPr>
              <a:t>Sensors</a:t>
            </a:r>
            <a:r>
              <a:rPr lang="en-GB" sz="1200">
                <a:highlight>
                  <a:srgbClr val="FFFFFF"/>
                </a:highlight>
                <a:latin typeface="Times New Roman"/>
                <a:cs typeface="Times New Roman"/>
              </a:rPr>
              <a:t>, 2026)</a:t>
            </a:r>
            <a:endParaRPr lang="en-GB" sz="2400" dirty="0"/>
          </a:p>
        </p:txBody>
      </p:sp>
    </p:spTree>
    <p:extLst>
      <p:ext uri="{BB962C8B-B14F-4D97-AF65-F5344CB8AC3E}">
        <p14:creationId xmlns:p14="http://schemas.microsoft.com/office/powerpoint/2010/main" val="47483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22AD-878B-88C8-A021-17245CBAB846}"/>
              </a:ext>
            </a:extLst>
          </p:cNvPr>
          <p:cNvSpPr>
            <a:spLocks noGrp="1"/>
          </p:cNvSpPr>
          <p:nvPr>
            <p:ph type="title"/>
          </p:nvPr>
        </p:nvSpPr>
        <p:spPr/>
        <p:txBody>
          <a:bodyPr/>
          <a:lstStyle/>
          <a:p>
            <a:r>
              <a:rPr lang="en-GB" dirty="0" err="1"/>
              <a:t>Github</a:t>
            </a:r>
            <a:r>
              <a:rPr lang="en-GB" dirty="0"/>
              <a:t> Project </a:t>
            </a:r>
          </a:p>
        </p:txBody>
      </p:sp>
      <p:sp>
        <p:nvSpPr>
          <p:cNvPr id="3" name="Content Placeholder 2">
            <a:extLst>
              <a:ext uri="{FF2B5EF4-FFF2-40B4-BE49-F238E27FC236}">
                <a16:creationId xmlns:a16="http://schemas.microsoft.com/office/drawing/2014/main" id="{6D317A09-6F75-2FDE-C48B-9BB0D7C1C28D}"/>
              </a:ext>
            </a:extLst>
          </p:cNvPr>
          <p:cNvSpPr>
            <a:spLocks noGrp="1"/>
          </p:cNvSpPr>
          <p:nvPr>
            <p:ph idx="1"/>
          </p:nvPr>
        </p:nvSpPr>
        <p:spPr/>
        <p:txBody>
          <a:bodyPr vert="horz" lIns="91440" tIns="45720" rIns="91440" bIns="45720" rtlCol="0" anchor="t">
            <a:normAutofit/>
          </a:bodyPr>
          <a:lstStyle/>
          <a:p>
            <a:endParaRPr lang="en-GB" dirty="0">
              <a:ea typeface="+mn-lt"/>
              <a:cs typeface="+mn-lt"/>
            </a:endParaRPr>
          </a:p>
          <a:p>
            <a:endParaRPr lang="en-GB" dirty="0">
              <a:ea typeface="+mn-lt"/>
              <a:cs typeface="+mn-lt"/>
            </a:endParaRPr>
          </a:p>
          <a:p>
            <a:r>
              <a:rPr lang="en-GB" sz="2400" dirty="0" err="1">
                <a:ea typeface="+mn-lt"/>
                <a:cs typeface="+mn-lt"/>
              </a:rPr>
              <a:t>mitchnode</a:t>
            </a:r>
            <a:r>
              <a:rPr lang="en-GB" sz="2400" dirty="0">
                <a:ea typeface="+mn-lt"/>
                <a:cs typeface="+mn-lt"/>
              </a:rPr>
              <a:t>/reanimated-prototype: </a:t>
            </a:r>
            <a:endParaRPr lang="en-US" sz="2400" dirty="0">
              <a:ea typeface="+mn-lt"/>
              <a:cs typeface="+mn-lt"/>
            </a:endParaRPr>
          </a:p>
          <a:p>
            <a:r>
              <a:rPr lang="en-GB" sz="2400">
                <a:ea typeface="+mn-lt"/>
                <a:cs typeface="+mn-lt"/>
              </a:rPr>
              <a:t>React Native Reanimated Sensor Visualisation Proof of Concept</a:t>
            </a:r>
          </a:p>
          <a:p>
            <a:endParaRPr lang="en-GB" sz="2400" dirty="0">
              <a:ea typeface="+mn-lt"/>
              <a:cs typeface="+mn-lt"/>
            </a:endParaRPr>
          </a:p>
          <a:p>
            <a:r>
              <a:rPr lang="en-GB" sz="2400" dirty="0">
                <a:ea typeface="+mn-lt"/>
                <a:cs typeface="+mn-lt"/>
                <a:hlinkClick r:id="rId3"/>
              </a:rPr>
              <a:t>https://github.com/mitchnode/reanimated-prototype</a:t>
            </a:r>
            <a:endParaRPr lang="en-GB">
              <a:ea typeface="+mn-lt"/>
              <a:cs typeface="+mn-lt"/>
            </a:endParaRPr>
          </a:p>
          <a:p>
            <a:endParaRPr lang="en-GB" sz="2400" dirty="0"/>
          </a:p>
          <a:p>
            <a:endParaRPr lang="en-GB" sz="2400" dirty="0"/>
          </a:p>
          <a:p>
            <a:endParaRPr lang="en-GB" sz="2400" dirty="0"/>
          </a:p>
        </p:txBody>
      </p:sp>
    </p:spTree>
    <p:extLst>
      <p:ext uri="{BB962C8B-B14F-4D97-AF65-F5344CB8AC3E}">
        <p14:creationId xmlns:p14="http://schemas.microsoft.com/office/powerpoint/2010/main" val="2056887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3087-5644-8652-EA67-6D0CFE23AEC0}"/>
              </a:ext>
            </a:extLst>
          </p:cNvPr>
          <p:cNvSpPr>
            <a:spLocks noGrp="1"/>
          </p:cNvSpPr>
          <p:nvPr>
            <p:ph type="title"/>
          </p:nvPr>
        </p:nvSpPr>
        <p:spPr/>
        <p:txBody>
          <a:bodyPr/>
          <a:lstStyle/>
          <a:p>
            <a:r>
              <a:rPr lang="en-GB"/>
              <a:t>Starter code</a:t>
            </a:r>
          </a:p>
        </p:txBody>
      </p:sp>
      <p:sp>
        <p:nvSpPr>
          <p:cNvPr id="3" name="Content Placeholder 2">
            <a:extLst>
              <a:ext uri="{FF2B5EF4-FFF2-40B4-BE49-F238E27FC236}">
                <a16:creationId xmlns:a16="http://schemas.microsoft.com/office/drawing/2014/main" id="{EC675306-0A6F-108E-619D-F7E1B92635E2}"/>
              </a:ext>
            </a:extLst>
          </p:cNvPr>
          <p:cNvSpPr>
            <a:spLocks noGrp="1"/>
          </p:cNvSpPr>
          <p:nvPr>
            <p:ph idx="1"/>
          </p:nvPr>
        </p:nvSpPr>
        <p:spPr/>
        <p:txBody>
          <a:bodyPr vert="horz" lIns="91440" tIns="45720" rIns="91440" bIns="45720" rtlCol="0" anchor="t">
            <a:normAutofit/>
          </a:bodyPr>
          <a:lstStyle/>
          <a:p>
            <a:endParaRPr lang="en-GB"/>
          </a:p>
          <a:p>
            <a:r>
              <a:rPr lang="en-GB">
                <a:ea typeface="+mn-lt"/>
                <a:cs typeface="+mn-lt"/>
              </a:rPr>
              <a:t>Your First Animation | React Native Reanimated </a:t>
            </a:r>
            <a:r>
              <a:rPr lang="en-GB" sz="1200">
                <a:highlight>
                  <a:srgbClr val="FFFFFF"/>
                </a:highlight>
                <a:latin typeface="Times New Roman"/>
                <a:ea typeface="+mn-lt"/>
                <a:cs typeface="Times New Roman"/>
              </a:rPr>
              <a:t>(</a:t>
            </a:r>
            <a:r>
              <a:rPr lang="en-GB" sz="1200" i="1">
                <a:latin typeface="Times New Roman"/>
                <a:ea typeface="+mn-lt"/>
                <a:cs typeface="Times New Roman"/>
              </a:rPr>
              <a:t>Your First Animation | React Native Reanimated</a:t>
            </a:r>
            <a:r>
              <a:rPr lang="en-GB" sz="1200">
                <a:highlight>
                  <a:srgbClr val="FFFFFF"/>
                </a:highlight>
                <a:latin typeface="Times New Roman"/>
                <a:ea typeface="+mn-lt"/>
                <a:cs typeface="Times New Roman"/>
              </a:rPr>
              <a:t>, 2026)</a:t>
            </a:r>
            <a:endParaRPr lang="en-GB"/>
          </a:p>
          <a:p>
            <a:r>
              <a:rPr lang="en-GB" sz="1400" dirty="0">
                <a:ea typeface="+mn-lt"/>
                <a:cs typeface="+mn-lt"/>
                <a:hlinkClick r:id="rId3"/>
              </a:rPr>
              <a:t>https://docs.swmansion.com/react-native-reanimated/docs/fundamentals/your-first-animation#using-an-animation-function</a:t>
            </a:r>
            <a:endParaRPr lang="en-GB" sz="1400"/>
          </a:p>
          <a:p>
            <a:endParaRPr lang="en-GB" dirty="0"/>
          </a:p>
          <a:p>
            <a:r>
              <a:rPr lang="en-GB" dirty="0" err="1">
                <a:ea typeface="+mn-lt"/>
                <a:cs typeface="+mn-lt"/>
              </a:rPr>
              <a:t>useAnimatedSensor</a:t>
            </a:r>
            <a:r>
              <a:rPr lang="en-GB" dirty="0">
                <a:ea typeface="+mn-lt"/>
                <a:cs typeface="+mn-lt"/>
              </a:rPr>
              <a:t> | React Native Reanimated </a:t>
            </a:r>
            <a:r>
              <a:rPr lang="en-GB" sz="1200" dirty="0">
                <a:highlight>
                  <a:srgbClr val="FFFFFF"/>
                </a:highlight>
                <a:latin typeface="Times New Roman"/>
                <a:ea typeface="+mn-lt"/>
                <a:cs typeface="Times New Roman"/>
              </a:rPr>
              <a:t>(</a:t>
            </a:r>
            <a:r>
              <a:rPr lang="en-GB" sz="1200" i="1" dirty="0" err="1">
                <a:latin typeface="Times New Roman"/>
                <a:ea typeface="+mn-lt"/>
                <a:cs typeface="Times New Roman"/>
              </a:rPr>
              <a:t>useAnimatedSensor</a:t>
            </a:r>
            <a:r>
              <a:rPr lang="en-GB" sz="1200" i="1" dirty="0">
                <a:latin typeface="Times New Roman"/>
                <a:ea typeface="+mn-lt"/>
                <a:cs typeface="Times New Roman"/>
              </a:rPr>
              <a:t> | React Native Reanimated</a:t>
            </a:r>
            <a:r>
              <a:rPr lang="en-GB" sz="1200" dirty="0">
                <a:highlight>
                  <a:srgbClr val="FFFFFF"/>
                </a:highlight>
                <a:latin typeface="Times New Roman"/>
                <a:ea typeface="+mn-lt"/>
                <a:cs typeface="Times New Roman"/>
              </a:rPr>
              <a:t>, 2026)</a:t>
            </a:r>
            <a:endParaRPr lang="en-GB" dirty="0"/>
          </a:p>
          <a:p>
            <a:r>
              <a:rPr lang="en-GB" sz="1400" dirty="0">
                <a:ea typeface="+mn-lt"/>
                <a:cs typeface="+mn-lt"/>
                <a:hlinkClick r:id="rId4"/>
              </a:rPr>
              <a:t>https://docs.swmansion.com/react-native-reanimated/docs/device/useAnimatedSensor#example</a:t>
            </a:r>
            <a:endParaRPr lang="en-GB" sz="1400" dirty="0"/>
          </a:p>
          <a:p>
            <a:endParaRPr lang="en-GB" dirty="0"/>
          </a:p>
          <a:p>
            <a:r>
              <a:rPr lang="en-GB">
                <a:ea typeface="+mn-lt"/>
                <a:cs typeface="+mn-lt"/>
              </a:rPr>
              <a:t>Audio (expo-audio) - Expo Documentation </a:t>
            </a:r>
            <a:r>
              <a:rPr lang="en-GB" sz="1200">
                <a:highlight>
                  <a:srgbClr val="FFFFFF"/>
                </a:highlight>
                <a:latin typeface="Times New Roman"/>
                <a:ea typeface="+mn-lt"/>
                <a:cs typeface="Times New Roman"/>
              </a:rPr>
              <a:t>(</a:t>
            </a:r>
            <a:r>
              <a:rPr lang="en-GB" sz="1200" i="1">
                <a:latin typeface="Times New Roman"/>
                <a:ea typeface="+mn-lt"/>
                <a:cs typeface="Times New Roman"/>
              </a:rPr>
              <a:t>Audio (Expo-Audio)</a:t>
            </a:r>
            <a:r>
              <a:rPr lang="en-GB" sz="1200">
                <a:highlight>
                  <a:srgbClr val="FFFFFF"/>
                </a:highlight>
                <a:latin typeface="Times New Roman"/>
                <a:ea typeface="+mn-lt"/>
                <a:cs typeface="Times New Roman"/>
              </a:rPr>
              <a:t>, 2026)</a:t>
            </a:r>
          </a:p>
          <a:p>
            <a:r>
              <a:rPr lang="en-GB" sz="1400" dirty="0">
                <a:ea typeface="+mn-lt"/>
                <a:cs typeface="+mn-lt"/>
                <a:hlinkClick r:id="rId5"/>
              </a:rPr>
              <a:t>https://docs.expo.dev/versions/latest/sdk/audio/#recording-sounds</a:t>
            </a:r>
            <a:endParaRPr lang="en-GB"/>
          </a:p>
          <a:p>
            <a:endParaRPr lang="en-GB" sz="1400" dirty="0"/>
          </a:p>
          <a:p>
            <a:endParaRPr lang="en-GB" dirty="0"/>
          </a:p>
        </p:txBody>
      </p:sp>
    </p:spTree>
    <p:extLst>
      <p:ext uri="{BB962C8B-B14F-4D97-AF65-F5344CB8AC3E}">
        <p14:creationId xmlns:p14="http://schemas.microsoft.com/office/powerpoint/2010/main" val="714521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F21B0-E594-5E1C-4821-8AA389C72431}"/>
              </a:ext>
            </a:extLst>
          </p:cNvPr>
          <p:cNvSpPr>
            <a:spLocks noGrp="1"/>
          </p:cNvSpPr>
          <p:nvPr>
            <p:ph type="title"/>
          </p:nvPr>
        </p:nvSpPr>
        <p:spPr/>
        <p:txBody>
          <a:bodyPr/>
          <a:lstStyle/>
          <a:p>
            <a:r>
              <a:rPr lang="en-GB"/>
              <a:t>What, Why, and How</a:t>
            </a:r>
          </a:p>
        </p:txBody>
      </p:sp>
      <p:sp>
        <p:nvSpPr>
          <p:cNvPr id="3" name="Content Placeholder 2">
            <a:extLst>
              <a:ext uri="{FF2B5EF4-FFF2-40B4-BE49-F238E27FC236}">
                <a16:creationId xmlns:a16="http://schemas.microsoft.com/office/drawing/2014/main" id="{C8094185-1F86-48E1-8CC3-A5598E2097E6}"/>
              </a:ext>
            </a:extLst>
          </p:cNvPr>
          <p:cNvSpPr>
            <a:spLocks noGrp="1"/>
          </p:cNvSpPr>
          <p:nvPr>
            <p:ph idx="1"/>
          </p:nvPr>
        </p:nvSpPr>
        <p:spPr/>
        <p:txBody>
          <a:bodyPr vert="horz" lIns="91440" tIns="45720" rIns="91440" bIns="45720" rtlCol="0" anchor="t">
            <a:normAutofit lnSpcReduction="10000"/>
          </a:bodyPr>
          <a:lstStyle/>
          <a:p>
            <a:pPr marL="285750" indent="-285750">
              <a:buFont typeface="Arial" panose="020B0504020202020204" pitchFamily="34" charset="0"/>
              <a:buChar char="•"/>
            </a:pPr>
            <a:r>
              <a:rPr lang="en-GB" b="1" dirty="0"/>
              <a:t>What it does:</a:t>
            </a:r>
            <a:r>
              <a:rPr lang="en-GB"/>
              <a:t> Allows using sensor data to create animations</a:t>
            </a:r>
            <a:endParaRPr lang="en-US"/>
          </a:p>
          <a:p>
            <a:pPr marL="2800350" lvl="5">
              <a:buFont typeface="Wingdings" panose="020B0504020202020204" pitchFamily="34" charset="0"/>
              <a:buChar char="§"/>
            </a:pPr>
            <a:r>
              <a:rPr lang="en-GB"/>
              <a:t>Accelerometer</a:t>
            </a:r>
            <a:r>
              <a:rPr lang="en-GB" dirty="0"/>
              <a:t> (without gravity)</a:t>
            </a:r>
          </a:p>
          <a:p>
            <a:pPr marL="2800350" lvl="5">
              <a:buFont typeface="Wingdings" panose="020B0504020202020204" pitchFamily="34" charset="0"/>
              <a:buChar char="§"/>
            </a:pPr>
            <a:r>
              <a:rPr lang="en-GB"/>
              <a:t>Gyroscope</a:t>
            </a:r>
            <a:endParaRPr lang="en-GB" dirty="0"/>
          </a:p>
          <a:p>
            <a:pPr marL="2800350" lvl="5">
              <a:buFont typeface="Wingdings" panose="020B0504020202020204" pitchFamily="34" charset="0"/>
              <a:buChar char="§"/>
            </a:pPr>
            <a:r>
              <a:rPr lang="en-GB"/>
              <a:t>Gravity (Accelerometer with gravity)</a:t>
            </a:r>
            <a:endParaRPr lang="en-GB" dirty="0"/>
          </a:p>
          <a:p>
            <a:pPr marL="2800350" lvl="5">
              <a:buFont typeface="Wingdings" panose="020B0504020202020204" pitchFamily="34" charset="0"/>
              <a:buChar char="§"/>
            </a:pPr>
            <a:r>
              <a:rPr lang="en-GB"/>
              <a:t>Magnetometer</a:t>
            </a:r>
          </a:p>
          <a:p>
            <a:pPr marL="2800350" lvl="5">
              <a:buFont typeface="Wingdings" panose="020B0504020202020204" pitchFamily="34" charset="0"/>
              <a:buChar char="§"/>
            </a:pPr>
            <a:r>
              <a:rPr lang="en-GB"/>
              <a:t>Rotation</a:t>
            </a:r>
            <a:endParaRPr lang="en-GB" dirty="0"/>
          </a:p>
          <a:p>
            <a:pPr marL="285750" indent="-285750">
              <a:buFont typeface="Arial" panose="020B0504020202020204" pitchFamily="34" charset="0"/>
              <a:buChar char="•"/>
            </a:pPr>
            <a:endParaRPr lang="en-GB" b="1" dirty="0"/>
          </a:p>
          <a:p>
            <a:pPr marL="285750" indent="-285750">
              <a:buFont typeface="Arial" panose="020B0504020202020204" pitchFamily="34" charset="0"/>
              <a:buChar char="•"/>
            </a:pPr>
            <a:r>
              <a:rPr lang="en-GB" b="1" dirty="0"/>
              <a:t>Why:</a:t>
            </a:r>
            <a:r>
              <a:rPr lang="en-GB" dirty="0"/>
              <a:t> Visual representation of sensor data to </a:t>
            </a:r>
            <a:r>
              <a:rPr lang="en-GB"/>
              <a:t>aid</a:t>
            </a:r>
            <a:r>
              <a:rPr lang="en-GB" dirty="0"/>
              <a:t> in completing activities.</a:t>
            </a:r>
          </a:p>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b="1" dirty="0"/>
              <a:t>How: </a:t>
            </a:r>
            <a:r>
              <a:rPr lang="en-GB"/>
              <a:t>Collects the sensor data and stores it in a shared variable.</a:t>
            </a:r>
            <a:endParaRPr lang="en-GB" dirty="0"/>
          </a:p>
          <a:p>
            <a:pPr marL="1291590" lvl="3">
              <a:buFont typeface="Arial,Sans-Serif" panose="020B0504020202020204" pitchFamily="34" charset="0"/>
              <a:buChar char="•"/>
            </a:pPr>
            <a:r>
              <a:rPr lang="en-GB"/>
              <a:t>Updated on the UI thread when sensor data changes (live)</a:t>
            </a:r>
          </a:p>
          <a:p>
            <a:pPr marL="1291590" lvl="3">
              <a:buFont typeface="Arial,Sans-Serif" panose="020B0504020202020204" pitchFamily="34" charset="0"/>
              <a:buChar char="•"/>
            </a:pPr>
            <a:r>
              <a:rPr lang="en-GB"/>
              <a:t>No JavaScript bridge</a:t>
            </a:r>
          </a:p>
          <a:p>
            <a:pPr marL="285750" indent="-285750">
              <a:buFont typeface="Arial" panose="020B0504020202020204" pitchFamily="34" charset="0"/>
              <a:buChar char="•"/>
            </a:pPr>
            <a:r>
              <a:rPr lang="en-GB" b="1"/>
              <a:t>Risks: </a:t>
            </a:r>
          </a:p>
          <a:p>
            <a:pPr marL="1017270" lvl="2">
              <a:buFont typeface="Wingdings" panose="020B0504020202020204" pitchFamily="34" charset="0"/>
              <a:buChar char="§"/>
            </a:pPr>
            <a:r>
              <a:rPr lang="en-GB"/>
              <a:t>High CPU usage</a:t>
            </a:r>
          </a:p>
          <a:p>
            <a:pPr marL="1017270" lvl="2">
              <a:buFont typeface="Wingdings" panose="020B0504020202020204" pitchFamily="34" charset="0"/>
              <a:buChar char="§"/>
            </a:pPr>
            <a:r>
              <a:rPr lang="en-GB" dirty="0"/>
              <a:t>Privacy </a:t>
            </a:r>
            <a:r>
              <a:rPr lang="en-GB"/>
              <a:t>concerns</a:t>
            </a:r>
            <a:endParaRPr lang="en-GB" dirty="0"/>
          </a:p>
          <a:p>
            <a:pPr marL="285750" indent="-285750">
              <a:buFont typeface="Arial" panose="020B0504020202020204" pitchFamily="34" charset="0"/>
              <a:buChar char="•"/>
            </a:pPr>
            <a:endParaRPr lang="en-GB" dirty="0"/>
          </a:p>
          <a:p>
            <a:pPr marL="285750">
              <a:buFont typeface="Courier New" panose="020B0504020202020204" pitchFamily="34" charset="0"/>
              <a:buChar char="o"/>
            </a:pPr>
            <a:endParaRPr lang="en-GB" dirty="0"/>
          </a:p>
          <a:p>
            <a:endParaRPr lang="en-GB" dirty="0"/>
          </a:p>
        </p:txBody>
      </p:sp>
    </p:spTree>
    <p:extLst>
      <p:ext uri="{BB962C8B-B14F-4D97-AF65-F5344CB8AC3E}">
        <p14:creationId xmlns:p14="http://schemas.microsoft.com/office/powerpoint/2010/main" val="880174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DB298-C8C1-8E41-661A-652F3ADDA287}"/>
              </a:ext>
            </a:extLst>
          </p:cNvPr>
          <p:cNvSpPr>
            <a:spLocks noGrp="1"/>
          </p:cNvSpPr>
          <p:nvPr>
            <p:ph type="title"/>
          </p:nvPr>
        </p:nvSpPr>
        <p:spPr/>
        <p:txBody>
          <a:bodyPr/>
          <a:lstStyle/>
          <a:p>
            <a:r>
              <a:rPr lang="en-GB"/>
              <a:t>Critical Analysis</a:t>
            </a:r>
          </a:p>
        </p:txBody>
      </p:sp>
      <p:sp>
        <p:nvSpPr>
          <p:cNvPr id="3" name="Content Placeholder 2">
            <a:extLst>
              <a:ext uri="{FF2B5EF4-FFF2-40B4-BE49-F238E27FC236}">
                <a16:creationId xmlns:a16="http://schemas.microsoft.com/office/drawing/2014/main" id="{6EF0EA39-93DD-DDBD-D1E0-D79C613F3A1C}"/>
              </a:ext>
            </a:extLst>
          </p:cNvPr>
          <p:cNvSpPr>
            <a:spLocks noGrp="1"/>
          </p:cNvSpPr>
          <p:nvPr>
            <p:ph idx="1"/>
          </p:nvPr>
        </p:nvSpPr>
        <p:spPr/>
        <p:txBody>
          <a:bodyPr vert="horz" lIns="91440" tIns="45720" rIns="91440" bIns="45720" rtlCol="0" anchor="t">
            <a:normAutofit/>
          </a:bodyPr>
          <a:lstStyle/>
          <a:p>
            <a:r>
              <a:rPr lang="en-GB" b="1" dirty="0">
                <a:ea typeface="+mn-lt"/>
                <a:cs typeface="+mn-lt"/>
              </a:rPr>
              <a:t>Technical Feasibility: </a:t>
            </a:r>
            <a:endParaRPr lang="en-US">
              <a:ea typeface="+mn-lt"/>
              <a:cs typeface="+mn-lt"/>
            </a:endParaRPr>
          </a:p>
          <a:p>
            <a:pPr marL="788670" lvl="1" indent="-285750">
              <a:buFont typeface="Courier New" panose="020B0504020202020204" pitchFamily="34" charset="0"/>
              <a:buChar char="o"/>
            </a:pPr>
            <a:r>
              <a:rPr lang="en-GB">
                <a:ea typeface="+mn-lt"/>
                <a:cs typeface="+mn-lt"/>
              </a:rPr>
              <a:t>Well-maintained</a:t>
            </a:r>
            <a:r>
              <a:rPr lang="en-GB" dirty="0">
                <a:ea typeface="+mn-lt"/>
                <a:cs typeface="+mn-lt"/>
              </a:rPr>
              <a:t> library</a:t>
            </a:r>
            <a:endParaRPr lang="en-US" dirty="0"/>
          </a:p>
          <a:p>
            <a:pPr marL="788670" lvl="1" indent="-285750">
              <a:buFont typeface="Courier New" panose="020B0504020202020204" pitchFamily="34" charset="0"/>
              <a:buChar char="o"/>
            </a:pPr>
            <a:r>
              <a:rPr lang="en-GB">
                <a:ea typeface="+mn-lt"/>
                <a:cs typeface="+mn-lt"/>
              </a:rPr>
              <a:t>Excellent documentation</a:t>
            </a:r>
            <a:endParaRPr lang="en-GB" dirty="0">
              <a:ea typeface="+mn-lt"/>
              <a:cs typeface="+mn-lt"/>
            </a:endParaRPr>
          </a:p>
          <a:p>
            <a:pPr marL="788670" lvl="1" indent="-285750">
              <a:buFont typeface="Courier New" panose="020B0504020202020204" pitchFamily="34" charset="0"/>
              <a:buChar char="o"/>
            </a:pPr>
            <a:r>
              <a:rPr lang="en-GB">
                <a:ea typeface="+mn-lt"/>
                <a:cs typeface="+mn-lt"/>
              </a:rPr>
              <a:t>Access to various sensors</a:t>
            </a:r>
            <a:endParaRPr lang="en-GB" dirty="0">
              <a:ea typeface="+mn-lt"/>
              <a:cs typeface="+mn-lt"/>
            </a:endParaRPr>
          </a:p>
          <a:p>
            <a:pPr marL="788670" lvl="1" indent="-285750">
              <a:buFont typeface="Courier New" panose="020B0504020202020204" pitchFamily="34" charset="0"/>
              <a:buChar char="o"/>
            </a:pPr>
            <a:r>
              <a:rPr lang="en-GB">
                <a:ea typeface="+mn-lt"/>
                <a:cs typeface="+mn-lt"/>
              </a:rPr>
              <a:t>Custom applications</a:t>
            </a:r>
            <a:endParaRPr lang="en-GB" dirty="0">
              <a:ea typeface="+mn-lt"/>
              <a:cs typeface="+mn-lt"/>
            </a:endParaRPr>
          </a:p>
          <a:p>
            <a:pPr marL="788670" lvl="1" indent="-285750">
              <a:buFont typeface="Courier New" panose="020B0504020202020204" pitchFamily="34" charset="0"/>
              <a:buChar char="o"/>
            </a:pPr>
            <a:r>
              <a:rPr lang="en-GB">
                <a:ea typeface="+mn-lt"/>
                <a:cs typeface="+mn-lt"/>
              </a:rPr>
              <a:t>Expo Go</a:t>
            </a:r>
            <a:endParaRPr lang="en-GB" dirty="0">
              <a:ea typeface="+mn-lt"/>
              <a:cs typeface="+mn-lt"/>
            </a:endParaRPr>
          </a:p>
          <a:p>
            <a:endParaRPr lang="en-GB" b="1" dirty="0">
              <a:ea typeface="+mn-lt"/>
              <a:cs typeface="+mn-lt"/>
            </a:endParaRPr>
          </a:p>
          <a:p>
            <a:r>
              <a:rPr lang="en-GB" b="1">
                <a:ea typeface="+mn-lt"/>
                <a:cs typeface="+mn-lt"/>
              </a:rPr>
              <a:t>Performance: </a:t>
            </a:r>
            <a:endParaRPr lang="en-GB">
              <a:ea typeface="+mn-lt"/>
              <a:cs typeface="+mn-lt"/>
            </a:endParaRPr>
          </a:p>
          <a:p>
            <a:pPr marL="788670" lvl="1" indent="-285750">
              <a:buFont typeface="Courier New" panose="020B0504020202020204" pitchFamily="34" charset="0"/>
              <a:buChar char="o"/>
            </a:pPr>
            <a:r>
              <a:rPr lang="en-GB">
                <a:ea typeface="+mn-lt"/>
                <a:cs typeface="+mn-lt"/>
              </a:rPr>
              <a:t>Runs on the UI thread</a:t>
            </a:r>
            <a:endParaRPr lang="en-GB" b="1" dirty="0">
              <a:ea typeface="+mn-lt"/>
              <a:cs typeface="+mn-lt"/>
            </a:endParaRPr>
          </a:p>
          <a:p>
            <a:pPr marL="788670" lvl="1" indent="-285750">
              <a:buFont typeface="Courier New" panose="020B0504020202020204" pitchFamily="34" charset="0"/>
              <a:buChar char="o"/>
            </a:pPr>
            <a:r>
              <a:rPr lang="en-GB">
                <a:ea typeface="+mn-lt"/>
                <a:cs typeface="+mn-lt"/>
              </a:rPr>
              <a:t>Lower interval property = more CPU usage</a:t>
            </a:r>
            <a:endParaRPr lang="en-GB" dirty="0">
              <a:ea typeface="+mn-lt"/>
              <a:cs typeface="+mn-lt"/>
            </a:endParaRPr>
          </a:p>
          <a:p>
            <a:endParaRPr lang="en-GB" b="1" dirty="0">
              <a:ea typeface="+mn-lt"/>
              <a:cs typeface="+mn-lt"/>
            </a:endParaRPr>
          </a:p>
          <a:p>
            <a:r>
              <a:rPr lang="en-GB" b="1">
                <a:ea typeface="+mn-lt"/>
                <a:cs typeface="+mn-lt"/>
              </a:rPr>
              <a:t>Compatibility:</a:t>
            </a:r>
            <a:endParaRPr lang="en-GB">
              <a:ea typeface="+mn-lt"/>
              <a:cs typeface="+mn-lt"/>
            </a:endParaRPr>
          </a:p>
          <a:p>
            <a:pPr marL="788670" lvl="1" indent="-285750">
              <a:buFont typeface="Courier New" panose="020B0504020202020204" pitchFamily="34" charset="0"/>
              <a:buChar char="o"/>
            </a:pPr>
            <a:r>
              <a:rPr lang="en-GB" dirty="0">
                <a:ea typeface="+mn-lt"/>
                <a:cs typeface="+mn-lt"/>
              </a:rPr>
              <a:t>iOS requires location services</a:t>
            </a:r>
            <a:endParaRPr lang="en-GB" dirty="0"/>
          </a:p>
          <a:p>
            <a:endParaRPr lang="en-US"/>
          </a:p>
        </p:txBody>
      </p:sp>
    </p:spTree>
    <p:extLst>
      <p:ext uri="{BB962C8B-B14F-4D97-AF65-F5344CB8AC3E}">
        <p14:creationId xmlns:p14="http://schemas.microsoft.com/office/powerpoint/2010/main" val="4048255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D084-9234-F186-B346-9AEC6C7E861C}"/>
              </a:ext>
            </a:extLst>
          </p:cNvPr>
          <p:cNvSpPr>
            <a:spLocks noGrp="1"/>
          </p:cNvSpPr>
          <p:nvPr>
            <p:ph type="title"/>
          </p:nvPr>
        </p:nvSpPr>
        <p:spPr/>
        <p:txBody>
          <a:bodyPr/>
          <a:lstStyle/>
          <a:p>
            <a:r>
              <a:rPr lang="en-GB"/>
              <a:t>CRITICAL ANALYSIS </a:t>
            </a:r>
          </a:p>
        </p:txBody>
      </p:sp>
      <p:sp>
        <p:nvSpPr>
          <p:cNvPr id="3" name="Content Placeholder 2">
            <a:extLst>
              <a:ext uri="{FF2B5EF4-FFF2-40B4-BE49-F238E27FC236}">
                <a16:creationId xmlns:a16="http://schemas.microsoft.com/office/drawing/2014/main" id="{6A0E8444-6D51-5758-0D9C-2964C014480D}"/>
              </a:ext>
            </a:extLst>
          </p:cNvPr>
          <p:cNvSpPr>
            <a:spLocks noGrp="1"/>
          </p:cNvSpPr>
          <p:nvPr>
            <p:ph idx="1"/>
          </p:nvPr>
        </p:nvSpPr>
        <p:spPr/>
        <p:txBody>
          <a:bodyPr vert="horz" lIns="91440" tIns="45720" rIns="91440" bIns="45720" rtlCol="0" anchor="t">
            <a:normAutofit/>
          </a:bodyPr>
          <a:lstStyle/>
          <a:p>
            <a:r>
              <a:rPr lang="en-GB" b="1"/>
              <a:t>Accessibility:</a:t>
            </a:r>
            <a:r>
              <a:rPr lang="en-GB" dirty="0"/>
              <a:t> </a:t>
            </a:r>
            <a:endParaRPr lang="en-US" dirty="0"/>
          </a:p>
          <a:p>
            <a:pPr marL="788670" lvl="1" indent="-285750">
              <a:buFont typeface="Courier New" panose="020B0504020202020204" pitchFamily="34" charset="0"/>
              <a:buChar char="o"/>
            </a:pPr>
            <a:r>
              <a:rPr lang="en-GB"/>
              <a:t>Not inherently accessible</a:t>
            </a:r>
            <a:endParaRPr lang="en-GB" dirty="0"/>
          </a:p>
          <a:p>
            <a:pPr marL="788670" lvl="1" indent="-285750">
              <a:buFont typeface="Courier New" panose="020B0504020202020204" pitchFamily="34" charset="0"/>
              <a:buChar char="o"/>
            </a:pPr>
            <a:r>
              <a:rPr lang="en-GB"/>
              <a:t>Better for visual learners</a:t>
            </a:r>
          </a:p>
          <a:p>
            <a:pPr marL="788670" lvl="1" indent="-285750">
              <a:buFont typeface="Courier New" panose="020B0504020202020204" pitchFamily="34" charset="0"/>
              <a:buChar char="o"/>
            </a:pPr>
            <a:r>
              <a:rPr lang="en-GB" dirty="0" err="1"/>
              <a:t>useReduceMotion</a:t>
            </a:r>
            <a:r>
              <a:rPr lang="en-GB" dirty="0"/>
              <a:t> hook</a:t>
            </a:r>
          </a:p>
          <a:p>
            <a:endParaRPr lang="en-GB" b="1" dirty="0"/>
          </a:p>
          <a:p>
            <a:r>
              <a:rPr lang="en-GB" b="1"/>
              <a:t>Privacy: </a:t>
            </a:r>
            <a:endParaRPr lang="en-GB"/>
          </a:p>
          <a:p>
            <a:pPr marL="788670" lvl="1" indent="-285750">
              <a:buFont typeface="Courier New" panose="020B0504020202020204" pitchFamily="34" charset="0"/>
              <a:buChar char="o"/>
            </a:pPr>
            <a:r>
              <a:rPr lang="en-GB"/>
              <a:t>iOS needs permission for sensor data</a:t>
            </a:r>
          </a:p>
          <a:p>
            <a:pPr marL="788670" lvl="1" indent="-285750">
              <a:buFont typeface="Courier New" panose="020B0504020202020204" pitchFamily="34" charset="0"/>
              <a:buChar char="o"/>
            </a:pPr>
            <a:r>
              <a:rPr lang="en-GB"/>
              <a:t>No permission is needed for Android</a:t>
            </a:r>
            <a:endParaRPr lang="en-GB" dirty="0"/>
          </a:p>
          <a:p>
            <a:pPr marL="788670" lvl="1" indent="-285750">
              <a:buFont typeface="Courier New" panose="020B0504020202020204" pitchFamily="34" charset="0"/>
              <a:buChar char="o"/>
            </a:pPr>
            <a:r>
              <a:rPr lang="en-GB" dirty="0"/>
              <a:t>Data stays on the UI th</a:t>
            </a:r>
            <a:r>
              <a:rPr lang="en-GB"/>
              <a:t>read by default</a:t>
            </a:r>
            <a:endParaRPr lang="en-GB" dirty="0"/>
          </a:p>
          <a:p>
            <a:pPr marL="788670" lvl="1" indent="-285750">
              <a:buFont typeface="Courier New" panose="020B0504020202020204" pitchFamily="34" charset="0"/>
              <a:buChar char="o"/>
            </a:pPr>
            <a:endParaRPr lang="en-GB" dirty="0"/>
          </a:p>
        </p:txBody>
      </p:sp>
    </p:spTree>
    <p:extLst>
      <p:ext uri="{BB962C8B-B14F-4D97-AF65-F5344CB8AC3E}">
        <p14:creationId xmlns:p14="http://schemas.microsoft.com/office/powerpoint/2010/main" val="4255842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EE2BB-BAEA-B2B9-0DBC-7292B354B502}"/>
              </a:ext>
            </a:extLst>
          </p:cNvPr>
          <p:cNvSpPr>
            <a:spLocks noGrp="1"/>
          </p:cNvSpPr>
          <p:nvPr>
            <p:ph type="title"/>
          </p:nvPr>
        </p:nvSpPr>
        <p:spPr/>
        <p:txBody>
          <a:bodyPr/>
          <a:lstStyle/>
          <a:p>
            <a:r>
              <a:rPr lang="en-GB"/>
              <a:t>CRITICAL ANALYSIS</a:t>
            </a:r>
          </a:p>
        </p:txBody>
      </p:sp>
      <p:sp>
        <p:nvSpPr>
          <p:cNvPr id="3" name="Content Placeholder 2">
            <a:extLst>
              <a:ext uri="{FF2B5EF4-FFF2-40B4-BE49-F238E27FC236}">
                <a16:creationId xmlns:a16="http://schemas.microsoft.com/office/drawing/2014/main" id="{2880B1C4-8C3E-099B-B7EA-B57817EA8BC7}"/>
              </a:ext>
            </a:extLst>
          </p:cNvPr>
          <p:cNvSpPr>
            <a:spLocks noGrp="1"/>
          </p:cNvSpPr>
          <p:nvPr>
            <p:ph idx="1"/>
          </p:nvPr>
        </p:nvSpPr>
        <p:spPr/>
        <p:txBody>
          <a:bodyPr vert="horz" lIns="91440" tIns="45720" rIns="91440" bIns="45720" rtlCol="0" anchor="t">
            <a:normAutofit/>
          </a:bodyPr>
          <a:lstStyle/>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a:t>Technical Feasibility</a:t>
            </a:r>
            <a:endParaRPr lang="en-GB" dirty="0"/>
          </a:p>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a:t>Performance</a:t>
            </a:r>
          </a:p>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a:t>Compatibility</a:t>
            </a:r>
          </a:p>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a:t>Accessibility</a:t>
            </a:r>
          </a:p>
          <a:p>
            <a:pPr marL="285750" indent="-285750">
              <a:buFont typeface="Arial" panose="020B0504020202020204" pitchFamily="34" charset="0"/>
              <a:buChar char="•"/>
            </a:pPr>
            <a:endParaRPr lang="en-GB" dirty="0"/>
          </a:p>
          <a:p>
            <a:pPr marL="285750" indent="-285750">
              <a:buFont typeface="Arial" panose="020B0504020202020204" pitchFamily="34" charset="0"/>
              <a:buChar char="•"/>
            </a:pPr>
            <a:r>
              <a:rPr lang="en-GB"/>
              <a:t>Privacy</a:t>
            </a:r>
            <a:endParaRPr lang="en-GB" dirty="0"/>
          </a:p>
        </p:txBody>
      </p:sp>
      <p:pic>
        <p:nvPicPr>
          <p:cNvPr id="4" name="Graphic 3" descr="Tick with solid fill">
            <a:extLst>
              <a:ext uri="{FF2B5EF4-FFF2-40B4-BE49-F238E27FC236}">
                <a16:creationId xmlns:a16="http://schemas.microsoft.com/office/drawing/2014/main" id="{7D18EC0F-95BA-28B5-F4E9-C00FDA6860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5877" y="2151184"/>
            <a:ext cx="386862" cy="406400"/>
          </a:xfrm>
          <a:prstGeom prst="rect">
            <a:avLst/>
          </a:prstGeom>
        </p:spPr>
      </p:pic>
      <p:pic>
        <p:nvPicPr>
          <p:cNvPr id="5" name="Graphic 4" descr="Tick with solid fill">
            <a:extLst>
              <a:ext uri="{FF2B5EF4-FFF2-40B4-BE49-F238E27FC236}">
                <a16:creationId xmlns:a16="http://schemas.microsoft.com/office/drawing/2014/main" id="{69CA137D-C281-49CE-44F2-938433607F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644" y="2766646"/>
            <a:ext cx="386862" cy="406400"/>
          </a:xfrm>
          <a:prstGeom prst="rect">
            <a:avLst/>
          </a:prstGeom>
        </p:spPr>
      </p:pic>
      <p:pic>
        <p:nvPicPr>
          <p:cNvPr id="6" name="Graphic 5" descr="Tick with solid fill">
            <a:extLst>
              <a:ext uri="{FF2B5EF4-FFF2-40B4-BE49-F238E27FC236}">
                <a16:creationId xmlns:a16="http://schemas.microsoft.com/office/drawing/2014/main" id="{3E329FB1-DBFC-94BE-F9A8-2474641ED8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644" y="3382106"/>
            <a:ext cx="386862" cy="406400"/>
          </a:xfrm>
          <a:prstGeom prst="rect">
            <a:avLst/>
          </a:prstGeom>
        </p:spPr>
      </p:pic>
      <p:pic>
        <p:nvPicPr>
          <p:cNvPr id="7" name="Graphic 6" descr="Tick with solid fill">
            <a:extLst>
              <a:ext uri="{FF2B5EF4-FFF2-40B4-BE49-F238E27FC236}">
                <a16:creationId xmlns:a16="http://schemas.microsoft.com/office/drawing/2014/main" id="{11F47A2D-0E95-710A-CE53-548023903E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644" y="3997568"/>
            <a:ext cx="386862" cy="406400"/>
          </a:xfrm>
          <a:prstGeom prst="rect">
            <a:avLst/>
          </a:prstGeom>
        </p:spPr>
      </p:pic>
      <p:pic>
        <p:nvPicPr>
          <p:cNvPr id="8" name="Graphic 7" descr="Tick with solid fill">
            <a:extLst>
              <a:ext uri="{FF2B5EF4-FFF2-40B4-BE49-F238E27FC236}">
                <a16:creationId xmlns:a16="http://schemas.microsoft.com/office/drawing/2014/main" id="{39738C92-F41F-FABB-C04D-75891AC589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644" y="4613029"/>
            <a:ext cx="386862" cy="406400"/>
          </a:xfrm>
          <a:prstGeom prst="rect">
            <a:avLst/>
          </a:prstGeom>
        </p:spPr>
      </p:pic>
      <p:pic>
        <p:nvPicPr>
          <p:cNvPr id="9" name="Graphic 8" descr="Badge Tick with solid fill">
            <a:extLst>
              <a:ext uri="{FF2B5EF4-FFF2-40B4-BE49-F238E27FC236}">
                <a16:creationId xmlns:a16="http://schemas.microsoft.com/office/drawing/2014/main" id="{7ECE9B1C-798C-E353-8D19-A94BD56F7C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4646" y="1828800"/>
            <a:ext cx="3190630" cy="3190630"/>
          </a:xfrm>
          <a:prstGeom prst="rect">
            <a:avLst/>
          </a:prstGeom>
        </p:spPr>
      </p:pic>
    </p:spTree>
    <p:extLst>
      <p:ext uri="{BB962C8B-B14F-4D97-AF65-F5344CB8AC3E}">
        <p14:creationId xmlns:p14="http://schemas.microsoft.com/office/powerpoint/2010/main" val="2343592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DA0F-365C-846F-4461-0ADC5AC990AC}"/>
              </a:ext>
            </a:extLst>
          </p:cNvPr>
          <p:cNvSpPr>
            <a:spLocks noGrp="1"/>
          </p:cNvSpPr>
          <p:nvPr>
            <p:ph type="title"/>
          </p:nvPr>
        </p:nvSpPr>
        <p:spPr/>
        <p:txBody>
          <a:bodyPr>
            <a:normAutofit/>
          </a:bodyPr>
          <a:lstStyle/>
          <a:p>
            <a:r>
              <a:rPr lang="en-GB"/>
              <a:t>References</a:t>
            </a:r>
            <a:endParaRPr lang="en-GB" dirty="0"/>
          </a:p>
        </p:txBody>
      </p:sp>
      <p:sp>
        <p:nvSpPr>
          <p:cNvPr id="3" name="Content Placeholder 2">
            <a:extLst>
              <a:ext uri="{FF2B5EF4-FFF2-40B4-BE49-F238E27FC236}">
                <a16:creationId xmlns:a16="http://schemas.microsoft.com/office/drawing/2014/main" id="{259E518E-E576-64EA-B228-6B0CAFA669A5}"/>
              </a:ext>
            </a:extLst>
          </p:cNvPr>
          <p:cNvSpPr>
            <a:spLocks noGrp="1"/>
          </p:cNvSpPr>
          <p:nvPr>
            <p:ph idx="1"/>
          </p:nvPr>
        </p:nvSpPr>
        <p:spPr/>
        <p:txBody>
          <a:bodyPr vert="horz" lIns="91440" tIns="45720" rIns="91440" bIns="45720" rtlCol="0" anchor="t">
            <a:normAutofit/>
          </a:bodyPr>
          <a:lstStyle/>
          <a:p>
            <a:r>
              <a:rPr lang="en-GB" sz="1200" i="1" dirty="0">
                <a:latin typeface="Times New Roman"/>
                <a:cs typeface="Times New Roman"/>
              </a:rPr>
              <a:t>React Native Reanimated</a:t>
            </a:r>
            <a:r>
              <a:rPr lang="en-GB" sz="1200" dirty="0">
                <a:latin typeface="Times New Roman"/>
                <a:cs typeface="Times New Roman"/>
              </a:rPr>
              <a:t>. (2026). </a:t>
            </a:r>
            <a:r>
              <a:rPr lang="en-GB" sz="1200" dirty="0" err="1">
                <a:latin typeface="Times New Roman"/>
                <a:cs typeface="Times New Roman"/>
              </a:rPr>
              <a:t>Swmansion.Com</a:t>
            </a:r>
            <a:r>
              <a:rPr lang="en-GB" sz="1200" dirty="0">
                <a:latin typeface="Times New Roman"/>
                <a:cs typeface="Times New Roman"/>
              </a:rPr>
              <a:t>. </a:t>
            </a:r>
            <a:r>
              <a:rPr lang="en-GB" sz="1200" dirty="0">
                <a:latin typeface="Times New Roman"/>
                <a:cs typeface="Times New Roman"/>
                <a:hlinkClick r:id="rId2"/>
              </a:rPr>
              <a:t>https://docs.swmansion.com/react-native-reanimated/</a:t>
            </a:r>
            <a:endParaRPr lang="en-US"/>
          </a:p>
          <a:p>
            <a:r>
              <a:rPr lang="en-GB" sz="1200" i="1" dirty="0">
                <a:latin typeface="Times New Roman"/>
                <a:cs typeface="Times New Roman"/>
              </a:rPr>
              <a:t>React Native Worklets: Multithreading engine for your apps and libraries</a:t>
            </a:r>
            <a:r>
              <a:rPr lang="en-GB" sz="1200" dirty="0">
                <a:latin typeface="Times New Roman"/>
                <a:cs typeface="Times New Roman"/>
              </a:rPr>
              <a:t>. (2026). </a:t>
            </a:r>
            <a:r>
              <a:rPr lang="en-GB" sz="1200" dirty="0" err="1">
                <a:latin typeface="Times New Roman"/>
                <a:cs typeface="Times New Roman"/>
              </a:rPr>
              <a:t>Swmansion.Com</a:t>
            </a:r>
            <a:r>
              <a:rPr lang="en-GB" sz="1200" dirty="0">
                <a:latin typeface="Times New Roman"/>
                <a:cs typeface="Times New Roman"/>
              </a:rPr>
              <a:t>. </a:t>
            </a:r>
            <a:r>
              <a:rPr lang="en-GB" sz="1200" dirty="0">
                <a:latin typeface="Times New Roman"/>
                <a:cs typeface="Times New Roman"/>
                <a:hlinkClick r:id="rId3"/>
              </a:rPr>
              <a:t>https://docs.swmansion.com/react-native-worklets/</a:t>
            </a:r>
            <a:endParaRPr lang="en-GB"/>
          </a:p>
          <a:p>
            <a:r>
              <a:rPr lang="en-GB" sz="1200">
                <a:latin typeface="Times New Roman"/>
                <a:cs typeface="Times New Roman"/>
              </a:rPr>
              <a:t>‌</a:t>
            </a:r>
            <a:r>
              <a:rPr lang="en-GB" sz="1200" i="1">
                <a:latin typeface="Times New Roman"/>
                <a:cs typeface="Times New Roman"/>
              </a:rPr>
              <a:t>Audio (expo-audio)</a:t>
            </a:r>
            <a:r>
              <a:rPr lang="en-GB" sz="1200">
                <a:latin typeface="Times New Roman"/>
                <a:cs typeface="Times New Roman"/>
              </a:rPr>
              <a:t>. (2026). Expo Documentation; Expo. </a:t>
            </a:r>
            <a:r>
              <a:rPr lang="en-GB" sz="1200" dirty="0">
                <a:latin typeface="Times New Roman"/>
                <a:cs typeface="Times New Roman"/>
                <a:hlinkClick r:id="rId4"/>
              </a:rPr>
              <a:t>https://docs.expo.dev/versions/latest/sdk/audio/</a:t>
            </a:r>
            <a:endParaRPr lang="en-GB" sz="1200">
              <a:latin typeface="Neue Haas Grotesk Text Pro"/>
              <a:cs typeface="Times New Roman"/>
            </a:endParaRPr>
          </a:p>
          <a:p>
            <a:r>
              <a:rPr lang="en-GB" sz="1200">
                <a:latin typeface="Times New Roman"/>
                <a:cs typeface="Times New Roman"/>
              </a:rPr>
              <a:t>‌</a:t>
            </a:r>
            <a:r>
              <a:rPr lang="en-GB" sz="1200" i="1">
                <a:latin typeface="Times New Roman"/>
                <a:cs typeface="Times New Roman"/>
              </a:rPr>
              <a:t>Sensors</a:t>
            </a:r>
            <a:r>
              <a:rPr lang="en-GB" sz="1200">
                <a:latin typeface="Times New Roman"/>
                <a:cs typeface="Times New Roman"/>
              </a:rPr>
              <a:t>. (2026). Expo Documentation; Expo. </a:t>
            </a:r>
            <a:r>
              <a:rPr lang="en-GB" sz="1200" dirty="0">
                <a:latin typeface="Times New Roman"/>
                <a:cs typeface="Times New Roman"/>
                <a:hlinkClick r:id="rId5"/>
              </a:rPr>
              <a:t>https://docs.expo.dev/versions/latest/sdk/sensors/</a:t>
            </a:r>
            <a:endParaRPr lang="en-US">
              <a:latin typeface="Neue Haas Grotesk Text Pro"/>
              <a:cs typeface="Times New Roman"/>
            </a:endParaRPr>
          </a:p>
          <a:p>
            <a:r>
              <a:rPr lang="en-GB" sz="1200" dirty="0">
                <a:latin typeface="Times New Roman"/>
                <a:cs typeface="Times New Roman"/>
              </a:rPr>
              <a:t>‌</a:t>
            </a:r>
            <a:r>
              <a:rPr lang="en-GB" sz="1200" i="1" dirty="0">
                <a:latin typeface="Times New Roman"/>
                <a:cs typeface="Times New Roman"/>
              </a:rPr>
              <a:t>Your First Animation | React Native Reanimated</a:t>
            </a:r>
            <a:r>
              <a:rPr lang="en-GB" sz="1200" dirty="0">
                <a:latin typeface="Times New Roman"/>
                <a:cs typeface="Times New Roman"/>
              </a:rPr>
              <a:t>. (2026). </a:t>
            </a:r>
            <a:r>
              <a:rPr lang="en-GB" sz="1200" dirty="0" err="1">
                <a:latin typeface="Times New Roman"/>
                <a:cs typeface="Times New Roman"/>
              </a:rPr>
              <a:t>Swmansion.Com</a:t>
            </a:r>
            <a:r>
              <a:rPr lang="en-GB" sz="1200" dirty="0">
                <a:latin typeface="Times New Roman"/>
                <a:cs typeface="Times New Roman"/>
              </a:rPr>
              <a:t>. </a:t>
            </a:r>
            <a:r>
              <a:rPr lang="en-GB" sz="1200" dirty="0">
                <a:latin typeface="Times New Roman"/>
                <a:cs typeface="Times New Roman"/>
                <a:hlinkClick r:id="rId6"/>
              </a:rPr>
              <a:t>https://docs.swmansion.com/react-native-reanimated/docs/fundamentals/your-first-animation#using-an-animation-function</a:t>
            </a:r>
            <a:endParaRPr lang="en-US"/>
          </a:p>
          <a:p>
            <a:r>
              <a:rPr lang="en-GB" sz="1200" dirty="0">
                <a:latin typeface="Times New Roman"/>
                <a:cs typeface="Times New Roman"/>
              </a:rPr>
              <a:t>‌</a:t>
            </a:r>
            <a:r>
              <a:rPr lang="en-GB" sz="1200" i="1" dirty="0" err="1">
                <a:latin typeface="Times New Roman"/>
                <a:cs typeface="Times New Roman"/>
              </a:rPr>
              <a:t>useAnimatedSensor</a:t>
            </a:r>
            <a:r>
              <a:rPr lang="en-GB" sz="1200" i="1" dirty="0">
                <a:latin typeface="Times New Roman"/>
                <a:cs typeface="Times New Roman"/>
              </a:rPr>
              <a:t> | React Native Reanimated</a:t>
            </a:r>
            <a:r>
              <a:rPr lang="en-GB" sz="1200" dirty="0">
                <a:latin typeface="Times New Roman"/>
                <a:cs typeface="Times New Roman"/>
              </a:rPr>
              <a:t>. (2026). </a:t>
            </a:r>
            <a:r>
              <a:rPr lang="en-GB" sz="1200" dirty="0" err="1">
                <a:latin typeface="Times New Roman"/>
                <a:cs typeface="Times New Roman"/>
              </a:rPr>
              <a:t>Swmansion.Com</a:t>
            </a:r>
            <a:r>
              <a:rPr lang="en-GB" sz="1200" dirty="0">
                <a:latin typeface="Times New Roman"/>
                <a:cs typeface="Times New Roman"/>
              </a:rPr>
              <a:t>. </a:t>
            </a:r>
            <a:r>
              <a:rPr lang="en-GB" sz="1200" dirty="0">
                <a:latin typeface="Times New Roman"/>
                <a:cs typeface="Times New Roman"/>
                <a:hlinkClick r:id="rId7"/>
              </a:rPr>
              <a:t>https://docs.swmansion.com/react-native-reanimated/docs/device/useAnimatedSensor</a:t>
            </a:r>
            <a:endParaRPr lang="en-GB">
              <a:latin typeface="Neue Haas Grotesk Text Pro"/>
              <a:cs typeface="Times New Roman"/>
            </a:endParaRPr>
          </a:p>
          <a:p>
            <a:r>
              <a:rPr lang="en-GB" sz="1200">
                <a:latin typeface="Times New Roman"/>
                <a:cs typeface="Times New Roman"/>
              </a:rPr>
              <a:t>‌‌</a:t>
            </a:r>
            <a:endParaRPr lang="en-GB"/>
          </a:p>
          <a:p>
            <a:endParaRPr lang="en-GB" sz="1200" dirty="0">
              <a:latin typeface="Times New Roman"/>
              <a:cs typeface="Times New Roman"/>
            </a:endParaRPr>
          </a:p>
          <a:p>
            <a:endParaRPr lang="en-GB" sz="1200" dirty="0">
              <a:latin typeface="Times New Roman"/>
              <a:cs typeface="Times New Roman"/>
            </a:endParaRPr>
          </a:p>
          <a:p>
            <a:endParaRPr lang="en-GB" dirty="0"/>
          </a:p>
        </p:txBody>
      </p:sp>
    </p:spTree>
    <p:extLst>
      <p:ext uri="{BB962C8B-B14F-4D97-AF65-F5344CB8AC3E}">
        <p14:creationId xmlns:p14="http://schemas.microsoft.com/office/powerpoint/2010/main" val="1237298240"/>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design_Copilot Layouts_win32_SD_V7" id="{D68CBEBD-98F0-4FAF-8687-8614116B2926}" vid="{DBF1F633-2586-48B7-A7E5-6478FA1D81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D147B0A-A3D1-43B0-B0BE-D6581D3609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16ACBC-C288-4FE2-A121-1047B4270A61}">
  <ds:schemaRefs>
    <ds:schemaRef ds:uri="http://schemas.microsoft.com/sharepoint/v3/contenttype/forms"/>
  </ds:schemaRefs>
</ds:datastoreItem>
</file>

<file path=customXml/itemProps3.xml><?xml version="1.0" encoding="utf-8"?>
<ds:datastoreItem xmlns:ds="http://schemas.openxmlformats.org/officeDocument/2006/customXml" ds:itemID="{AA9D4D66-A82C-4C14-A5CE-108788051B7D}">
  <ds:schemaRefs>
    <ds:schemaRef ds:uri="71af3243-3dd4-4a8d-8c0d-dd76da1f02a5"/>
    <ds:schemaRef ds:uri="http://schemas.microsoft.com/office/2006/documentManagement/types"/>
    <ds:schemaRef ds:uri="http://purl.org/dc/terms/"/>
    <ds:schemaRef ds:uri="http://purl.org/dc/elements/1.1/"/>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purl.org/dc/dcmitype/"/>
    <ds:schemaRef ds:uri="230e9df3-be65-4c73-a93b-d1236ebd677e"/>
    <ds:schemaRef ds:uri="16c05727-aa75-4e4a-9b5f-8a80a1165891"/>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10</Slides>
  <Notes>8</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Bjorn</vt:lpstr>
      <vt:lpstr>Sensor visualisation with React Native REANIMATED</vt:lpstr>
      <vt:lpstr>Feature selection </vt:lpstr>
      <vt:lpstr>Required packages</vt:lpstr>
      <vt:lpstr>Github Project </vt:lpstr>
      <vt:lpstr>Starter code</vt:lpstr>
      <vt:lpstr>What, Why, and How</vt:lpstr>
      <vt:lpstr>Critical Analysis</vt:lpstr>
      <vt:lpstr>CRITICAL ANALYSIS </vt:lpstr>
      <vt:lpstr>CRITICAL ANALYSIS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1029</cp:revision>
  <dcterms:created xsi:type="dcterms:W3CDTF">2026-04-27T09:46:30Z</dcterms:created>
  <dcterms:modified xsi:type="dcterms:W3CDTF">2026-04-29T13:26:03Z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